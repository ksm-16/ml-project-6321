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9" r:id="rId6"/>
    <p:sldId id="257" r:id="rId7"/>
    <p:sldId id="270" r:id="rId8"/>
    <p:sldId id="272" r:id="rId9"/>
    <p:sldId id="276" r:id="rId10"/>
    <p:sldId id="273" r:id="rId11"/>
    <p:sldId id="275" r:id="rId12"/>
    <p:sldId id="274" r:id="rId13"/>
    <p:sldId id="277" r:id="rId14"/>
    <p:sldId id="278" r:id="rId15"/>
    <p:sldId id="279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6FEFFD"/>
    <a:srgbClr val="FF9933"/>
    <a:srgbClr val="FFFFCC"/>
    <a:srgbClr val="FF3300"/>
    <a:srgbClr val="F7C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18FBF-3FF5-4C16-97CF-AF03740D7AB6}" type="doc">
      <dgm:prSet loTypeId="urn:microsoft.com/office/officeart/2005/8/layout/hList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72CDD3-5859-43DB-BD75-0C3C30E3DE62}">
      <dgm:prSet phldrT="[Text]" custT="1"/>
      <dgm:spPr>
        <a:solidFill>
          <a:schemeClr val="bg1">
            <a:lumMod val="9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b="1" i="0" dirty="0"/>
            <a:t>11M parameters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Lightweight baseline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Fast training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Resource-efficient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Minimal overfitting</a:t>
          </a:r>
          <a:endParaRPr lang="en-US" sz="1600" dirty="0"/>
        </a:p>
      </dgm:t>
    </dgm:pt>
    <dgm:pt modelId="{1D5B1F83-33A7-4298-BC11-2B1252AFAEA5}" type="parTrans" cxnId="{DDB5AD9A-40B0-48EF-AF2C-8CCDA330F7FE}">
      <dgm:prSet/>
      <dgm:spPr/>
      <dgm:t>
        <a:bodyPr/>
        <a:lstStyle/>
        <a:p>
          <a:endParaRPr lang="en-US"/>
        </a:p>
      </dgm:t>
    </dgm:pt>
    <dgm:pt modelId="{15E25BD4-1EBF-43C2-8885-DBF66B8429E1}" type="sibTrans" cxnId="{DDB5AD9A-40B0-48EF-AF2C-8CCDA330F7FE}">
      <dgm:prSet/>
      <dgm:spPr/>
      <dgm:t>
        <a:bodyPr/>
        <a:lstStyle/>
        <a:p>
          <a:endParaRPr lang="en-US"/>
        </a:p>
      </dgm:t>
    </dgm:pt>
    <dgm:pt modelId="{F2881FB1-6580-4F21-A283-BFAA6F91D5D2}">
      <dgm:prSet phldrT="[Text]"/>
      <dgm:spPr/>
      <dgm:t>
        <a:bodyPr/>
        <a:lstStyle/>
        <a:p>
          <a:r>
            <a:rPr lang="en-US" dirty="0"/>
            <a:t>ResNet34</a:t>
          </a:r>
        </a:p>
      </dgm:t>
    </dgm:pt>
    <dgm:pt modelId="{2D960FDD-BADA-480D-9043-497C56588AD3}" type="parTrans" cxnId="{4A31D641-1B5D-46D3-B685-0C4DC6EFE71B}">
      <dgm:prSet/>
      <dgm:spPr/>
      <dgm:t>
        <a:bodyPr/>
        <a:lstStyle/>
        <a:p>
          <a:endParaRPr lang="en-US"/>
        </a:p>
      </dgm:t>
    </dgm:pt>
    <dgm:pt modelId="{A5ABDC17-7AB5-4F0E-992A-F9343F5D74EB}" type="sibTrans" cxnId="{4A31D641-1B5D-46D3-B685-0C4DC6EFE71B}">
      <dgm:prSet/>
      <dgm:spPr/>
      <dgm:t>
        <a:bodyPr/>
        <a:lstStyle/>
        <a:p>
          <a:endParaRPr lang="en-US"/>
        </a:p>
      </dgm:t>
    </dgm:pt>
    <dgm:pt modelId="{D5197DDB-D5D2-499F-B255-CF7BB5AE2B43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600" b="1" i="0" dirty="0"/>
            <a:t>21M parameters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Increased depth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Balanced trade-off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Better features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Moderate cost</a:t>
          </a:r>
          <a:endParaRPr lang="en-US" sz="1600" dirty="0"/>
        </a:p>
      </dgm:t>
    </dgm:pt>
    <dgm:pt modelId="{B14A4DC9-F40A-4867-ADB8-4BA8A1F83766}" type="parTrans" cxnId="{3204ED53-15A0-4643-A582-021A785F1BA2}">
      <dgm:prSet/>
      <dgm:spPr/>
      <dgm:t>
        <a:bodyPr/>
        <a:lstStyle/>
        <a:p>
          <a:endParaRPr lang="en-US"/>
        </a:p>
      </dgm:t>
    </dgm:pt>
    <dgm:pt modelId="{29F2454A-2FA8-4B3A-AC63-4A0B9FD04A75}" type="sibTrans" cxnId="{3204ED53-15A0-4643-A582-021A785F1BA2}">
      <dgm:prSet/>
      <dgm:spPr/>
      <dgm:t>
        <a:bodyPr/>
        <a:lstStyle/>
        <a:p>
          <a:endParaRPr lang="en-US"/>
        </a:p>
      </dgm:t>
    </dgm:pt>
    <dgm:pt modelId="{6352CA33-6755-44BE-808F-400DA4CF80A7}">
      <dgm:prSet phldrT="[Text]"/>
      <dgm:spPr/>
      <dgm:t>
        <a:bodyPr/>
        <a:lstStyle/>
        <a:p>
          <a:r>
            <a:rPr lang="en-US" dirty="0"/>
            <a:t>ResNet50</a:t>
          </a:r>
        </a:p>
      </dgm:t>
    </dgm:pt>
    <dgm:pt modelId="{AEB59203-63BA-4A96-BADC-40BAEBD9AA40}" type="parTrans" cxnId="{82BAE5DD-3A79-4870-9019-1254385E0650}">
      <dgm:prSet/>
      <dgm:spPr/>
      <dgm:t>
        <a:bodyPr/>
        <a:lstStyle/>
        <a:p>
          <a:endParaRPr lang="en-US"/>
        </a:p>
      </dgm:t>
    </dgm:pt>
    <dgm:pt modelId="{AAB4CF73-4B9B-4AA0-9074-16C2D2AE00A1}" type="sibTrans" cxnId="{82BAE5DD-3A79-4870-9019-1254385E0650}">
      <dgm:prSet/>
      <dgm:spPr/>
      <dgm:t>
        <a:bodyPr/>
        <a:lstStyle/>
        <a:p>
          <a:endParaRPr lang="en-US"/>
        </a:p>
      </dgm:t>
    </dgm:pt>
    <dgm:pt modelId="{9614A323-64B1-4077-A841-022051EC749A}">
      <dgm:prSet phldrT="[Text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1600" b="1" i="0" dirty="0"/>
            <a:t>25M parameters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Bottleneck blocks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Deepest model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High-level features</a:t>
          </a:r>
        </a:p>
        <a:p>
          <a:pPr>
            <a:buFont typeface="Arial" panose="020B0604020202020204" pitchFamily="34" charset="0"/>
            <a:buChar char="•"/>
          </a:pPr>
          <a:r>
            <a:rPr lang="en-US" sz="1600" b="0" i="0" dirty="0"/>
            <a:t>✓ Best for complex tasks</a:t>
          </a:r>
          <a:endParaRPr lang="en-US" sz="1600" dirty="0"/>
        </a:p>
      </dgm:t>
    </dgm:pt>
    <dgm:pt modelId="{E5F6BCBD-B84E-4018-BE9E-BF57FF3B4B36}" type="parTrans" cxnId="{FC7BD086-74EA-4D6C-9657-E916D355F209}">
      <dgm:prSet/>
      <dgm:spPr/>
      <dgm:t>
        <a:bodyPr/>
        <a:lstStyle/>
        <a:p>
          <a:endParaRPr lang="en-US"/>
        </a:p>
      </dgm:t>
    </dgm:pt>
    <dgm:pt modelId="{FEC2A79F-8857-403A-A738-E8CE75C965E2}" type="sibTrans" cxnId="{FC7BD086-74EA-4D6C-9657-E916D355F209}">
      <dgm:prSet/>
      <dgm:spPr/>
      <dgm:t>
        <a:bodyPr/>
        <a:lstStyle/>
        <a:p>
          <a:endParaRPr lang="en-US"/>
        </a:p>
      </dgm:t>
    </dgm:pt>
    <dgm:pt modelId="{B4F1B46E-22B2-4721-950C-8704487586DC}">
      <dgm:prSet phldrT="[Text]"/>
      <dgm:spPr/>
      <dgm:t>
        <a:bodyPr/>
        <a:lstStyle/>
        <a:p>
          <a:r>
            <a:rPr lang="en-US" dirty="0"/>
            <a:t>ResNet18</a:t>
          </a:r>
        </a:p>
      </dgm:t>
    </dgm:pt>
    <dgm:pt modelId="{A7E2530A-34E2-4E9F-BC78-8920BA140C41}" type="sibTrans" cxnId="{2C8317B2-2EBB-4589-86EA-C77B3B6E81AA}">
      <dgm:prSet/>
      <dgm:spPr/>
      <dgm:t>
        <a:bodyPr/>
        <a:lstStyle/>
        <a:p>
          <a:endParaRPr lang="en-US"/>
        </a:p>
      </dgm:t>
    </dgm:pt>
    <dgm:pt modelId="{E8A66543-CC4D-4785-A93E-5B125E09F826}" type="parTrans" cxnId="{2C8317B2-2EBB-4589-86EA-C77B3B6E81AA}">
      <dgm:prSet/>
      <dgm:spPr/>
      <dgm:t>
        <a:bodyPr/>
        <a:lstStyle/>
        <a:p>
          <a:endParaRPr lang="en-US"/>
        </a:p>
      </dgm:t>
    </dgm:pt>
    <dgm:pt modelId="{0DC7A063-583D-4B0F-88B2-BD54F95D95AF}" type="pres">
      <dgm:prSet presAssocID="{00C18FBF-3FF5-4C16-97CF-AF03740D7AB6}" presName="list" presStyleCnt="0">
        <dgm:presLayoutVars>
          <dgm:dir/>
          <dgm:animLvl val="lvl"/>
        </dgm:presLayoutVars>
      </dgm:prSet>
      <dgm:spPr/>
    </dgm:pt>
    <dgm:pt modelId="{3B23570A-ECC9-4DF8-BCB4-0465C69CBB88}" type="pres">
      <dgm:prSet presAssocID="{B4F1B46E-22B2-4721-950C-8704487586DC}" presName="posSpace" presStyleCnt="0"/>
      <dgm:spPr/>
    </dgm:pt>
    <dgm:pt modelId="{FC66A233-6BBA-46AF-B2F6-28E379B158E2}" type="pres">
      <dgm:prSet presAssocID="{B4F1B46E-22B2-4721-950C-8704487586DC}" presName="vertFlow" presStyleCnt="0"/>
      <dgm:spPr/>
    </dgm:pt>
    <dgm:pt modelId="{46739A04-1AA3-49C6-8EA7-EB1DE975B900}" type="pres">
      <dgm:prSet presAssocID="{B4F1B46E-22B2-4721-950C-8704487586DC}" presName="topSpace" presStyleCnt="0"/>
      <dgm:spPr/>
    </dgm:pt>
    <dgm:pt modelId="{535C6EC9-8098-42C5-8527-E62FF045E4EB}" type="pres">
      <dgm:prSet presAssocID="{B4F1B46E-22B2-4721-950C-8704487586DC}" presName="firstComp" presStyleCnt="0"/>
      <dgm:spPr/>
    </dgm:pt>
    <dgm:pt modelId="{6B08AC4B-4CEC-41E5-AE19-47A4E2720563}" type="pres">
      <dgm:prSet presAssocID="{B4F1B46E-22B2-4721-950C-8704487586DC}" presName="firstChild" presStyleLbl="bgAccFollowNode1" presStyleIdx="0" presStyleCnt="3" custScaleX="128133" custScaleY="151224" custLinFactNeighborX="5803" custLinFactNeighborY="-42233"/>
      <dgm:spPr/>
    </dgm:pt>
    <dgm:pt modelId="{187D4E8C-5C91-4D00-870C-2C45D4EA263C}" type="pres">
      <dgm:prSet presAssocID="{B4F1B46E-22B2-4721-950C-8704487586DC}" presName="firstChildTx" presStyleLbl="bgAccFollowNode1" presStyleIdx="0" presStyleCnt="3">
        <dgm:presLayoutVars>
          <dgm:bulletEnabled val="1"/>
        </dgm:presLayoutVars>
      </dgm:prSet>
      <dgm:spPr/>
    </dgm:pt>
    <dgm:pt modelId="{3845DB9A-BEF3-4D5D-B9C7-5FC0456401AC}" type="pres">
      <dgm:prSet presAssocID="{B4F1B46E-22B2-4721-950C-8704487586DC}" presName="negSpace" presStyleCnt="0"/>
      <dgm:spPr/>
    </dgm:pt>
    <dgm:pt modelId="{FC7ED273-8CFD-43C2-9C05-44FADF3E0637}" type="pres">
      <dgm:prSet presAssocID="{B4F1B46E-22B2-4721-950C-8704487586DC}" presName="circle" presStyleLbl="node1" presStyleIdx="0" presStyleCnt="3" custScaleX="101885" custScaleY="36532" custLinFactNeighborX="58151" custLinFactNeighborY="-52073"/>
      <dgm:spPr/>
    </dgm:pt>
    <dgm:pt modelId="{13C564B0-C27E-4ABA-AFDA-59E145B256BA}" type="pres">
      <dgm:prSet presAssocID="{A7E2530A-34E2-4E9F-BC78-8920BA140C41}" presName="transSpace" presStyleCnt="0"/>
      <dgm:spPr/>
    </dgm:pt>
    <dgm:pt modelId="{6300E233-87DF-4270-9808-160BFEB8A5BE}" type="pres">
      <dgm:prSet presAssocID="{F2881FB1-6580-4F21-A283-BFAA6F91D5D2}" presName="posSpace" presStyleCnt="0"/>
      <dgm:spPr/>
    </dgm:pt>
    <dgm:pt modelId="{6E53DEF7-499E-42EE-802D-59B2F8915392}" type="pres">
      <dgm:prSet presAssocID="{F2881FB1-6580-4F21-A283-BFAA6F91D5D2}" presName="vertFlow" presStyleCnt="0"/>
      <dgm:spPr/>
    </dgm:pt>
    <dgm:pt modelId="{E08C30D1-35EA-4D05-9731-5D01E3FCBD09}" type="pres">
      <dgm:prSet presAssocID="{F2881FB1-6580-4F21-A283-BFAA6F91D5D2}" presName="topSpace" presStyleCnt="0"/>
      <dgm:spPr/>
    </dgm:pt>
    <dgm:pt modelId="{2F3BD88A-9166-4A26-B941-B9BAEE1A11D5}" type="pres">
      <dgm:prSet presAssocID="{F2881FB1-6580-4F21-A283-BFAA6F91D5D2}" presName="firstComp" presStyleCnt="0"/>
      <dgm:spPr/>
    </dgm:pt>
    <dgm:pt modelId="{F660F4B9-35DB-4256-A868-A35C6DCCF6B2}" type="pres">
      <dgm:prSet presAssocID="{F2881FB1-6580-4F21-A283-BFAA6F91D5D2}" presName="firstChild" presStyleLbl="bgAccFollowNode1" presStyleIdx="1" presStyleCnt="3" custScaleX="133649" custScaleY="160043" custLinFactNeighborX="-20764" custLinFactNeighborY="-45253"/>
      <dgm:spPr/>
    </dgm:pt>
    <dgm:pt modelId="{10C9E3CF-3A8F-4100-8ACD-91E2373197A2}" type="pres">
      <dgm:prSet presAssocID="{F2881FB1-6580-4F21-A283-BFAA6F91D5D2}" presName="firstChildTx" presStyleLbl="bgAccFollowNode1" presStyleIdx="1" presStyleCnt="3">
        <dgm:presLayoutVars>
          <dgm:bulletEnabled val="1"/>
        </dgm:presLayoutVars>
      </dgm:prSet>
      <dgm:spPr/>
    </dgm:pt>
    <dgm:pt modelId="{69136330-53DB-4978-A56B-160862279381}" type="pres">
      <dgm:prSet presAssocID="{F2881FB1-6580-4F21-A283-BFAA6F91D5D2}" presName="negSpace" presStyleCnt="0"/>
      <dgm:spPr/>
    </dgm:pt>
    <dgm:pt modelId="{FD776C1E-557E-4553-9447-49B69EEC7907}" type="pres">
      <dgm:prSet presAssocID="{F2881FB1-6580-4F21-A283-BFAA6F91D5D2}" presName="circle" presStyleLbl="node1" presStyleIdx="1" presStyleCnt="3" custScaleX="94994" custScaleY="39481" custLinFactNeighborX="15395" custLinFactNeighborY="-55551"/>
      <dgm:spPr/>
    </dgm:pt>
    <dgm:pt modelId="{FC2522F1-14BB-4B37-B60E-2E8A7E8A6C30}" type="pres">
      <dgm:prSet presAssocID="{A5ABDC17-7AB5-4F0E-992A-F9343F5D74EB}" presName="transSpace" presStyleCnt="0"/>
      <dgm:spPr/>
    </dgm:pt>
    <dgm:pt modelId="{2C2F6211-85A7-47FE-9239-DE94DF41A263}" type="pres">
      <dgm:prSet presAssocID="{6352CA33-6755-44BE-808F-400DA4CF80A7}" presName="posSpace" presStyleCnt="0"/>
      <dgm:spPr/>
    </dgm:pt>
    <dgm:pt modelId="{7B0C2EAE-70CB-4160-863D-210C3C66D5FD}" type="pres">
      <dgm:prSet presAssocID="{6352CA33-6755-44BE-808F-400DA4CF80A7}" presName="vertFlow" presStyleCnt="0"/>
      <dgm:spPr/>
    </dgm:pt>
    <dgm:pt modelId="{5AF3752E-55A6-443C-AD35-C49DF50A4566}" type="pres">
      <dgm:prSet presAssocID="{6352CA33-6755-44BE-808F-400DA4CF80A7}" presName="topSpace" presStyleCnt="0"/>
      <dgm:spPr/>
    </dgm:pt>
    <dgm:pt modelId="{53567A66-F0E9-4EF8-ADA9-764BA36AA6A9}" type="pres">
      <dgm:prSet presAssocID="{6352CA33-6755-44BE-808F-400DA4CF80A7}" presName="firstComp" presStyleCnt="0"/>
      <dgm:spPr/>
    </dgm:pt>
    <dgm:pt modelId="{AD2806AC-6A03-4F05-9F4D-F72EA0E56FBF}" type="pres">
      <dgm:prSet presAssocID="{6352CA33-6755-44BE-808F-400DA4CF80A7}" presName="firstChild" presStyleLbl="bgAccFollowNode1" presStyleIdx="2" presStyleCnt="3" custScaleX="130946" custScaleY="161031" custLinFactNeighborX="-52845" custLinFactNeighborY="-42130"/>
      <dgm:spPr/>
    </dgm:pt>
    <dgm:pt modelId="{F8977219-728E-448F-AE8B-46B14F4F17DE}" type="pres">
      <dgm:prSet presAssocID="{6352CA33-6755-44BE-808F-400DA4CF80A7}" presName="firstChildTx" presStyleLbl="bgAccFollowNode1" presStyleIdx="2" presStyleCnt="3">
        <dgm:presLayoutVars>
          <dgm:bulletEnabled val="1"/>
        </dgm:presLayoutVars>
      </dgm:prSet>
      <dgm:spPr/>
    </dgm:pt>
    <dgm:pt modelId="{FBCC4E74-37C0-494F-ABC0-7D18132E1437}" type="pres">
      <dgm:prSet presAssocID="{6352CA33-6755-44BE-808F-400DA4CF80A7}" presName="negSpace" presStyleCnt="0"/>
      <dgm:spPr/>
    </dgm:pt>
    <dgm:pt modelId="{89E6DA6E-7A23-44BD-8A99-378091FF741D}" type="pres">
      <dgm:prSet presAssocID="{6352CA33-6755-44BE-808F-400DA4CF80A7}" presName="circle" presStyleLbl="node1" presStyleIdx="2" presStyleCnt="3" custScaleX="117134" custScaleY="34769" custLinFactNeighborX="-24178" custLinFactNeighborY="-52746"/>
      <dgm:spPr/>
    </dgm:pt>
  </dgm:ptLst>
  <dgm:cxnLst>
    <dgm:cxn modelId="{20AF3F0D-FCCC-4AE8-8B10-DDA56D69A389}" type="presOf" srcId="{6352CA33-6755-44BE-808F-400DA4CF80A7}" destId="{89E6DA6E-7A23-44BD-8A99-378091FF741D}" srcOrd="0" destOrd="0" presId="urn:microsoft.com/office/officeart/2005/8/layout/hList9"/>
    <dgm:cxn modelId="{7F3B5912-CE3A-4F69-B6A0-82162798FA63}" type="presOf" srcId="{00C18FBF-3FF5-4C16-97CF-AF03740D7AB6}" destId="{0DC7A063-583D-4B0F-88B2-BD54F95D95AF}" srcOrd="0" destOrd="0" presId="urn:microsoft.com/office/officeart/2005/8/layout/hList9"/>
    <dgm:cxn modelId="{9740321C-35B3-4F5F-BD46-905CB7B8FAEB}" type="presOf" srcId="{9614A323-64B1-4077-A841-022051EC749A}" destId="{AD2806AC-6A03-4F05-9F4D-F72EA0E56FBF}" srcOrd="0" destOrd="0" presId="urn:microsoft.com/office/officeart/2005/8/layout/hList9"/>
    <dgm:cxn modelId="{70AA2139-FA57-4EAA-83C0-CFBB31F3B2CD}" type="presOf" srcId="{9D72CDD3-5859-43DB-BD75-0C3C30E3DE62}" destId="{187D4E8C-5C91-4D00-870C-2C45D4EA263C}" srcOrd="1" destOrd="0" presId="urn:microsoft.com/office/officeart/2005/8/layout/hList9"/>
    <dgm:cxn modelId="{4A31D641-1B5D-46D3-B685-0C4DC6EFE71B}" srcId="{00C18FBF-3FF5-4C16-97CF-AF03740D7AB6}" destId="{F2881FB1-6580-4F21-A283-BFAA6F91D5D2}" srcOrd="1" destOrd="0" parTransId="{2D960FDD-BADA-480D-9043-497C56588AD3}" sibTransId="{A5ABDC17-7AB5-4F0E-992A-F9343F5D74EB}"/>
    <dgm:cxn modelId="{3204ED53-15A0-4643-A582-021A785F1BA2}" srcId="{F2881FB1-6580-4F21-A283-BFAA6F91D5D2}" destId="{D5197DDB-D5D2-499F-B255-CF7BB5AE2B43}" srcOrd="0" destOrd="0" parTransId="{B14A4DC9-F40A-4867-ADB8-4BA8A1F83766}" sibTransId="{29F2454A-2FA8-4B3A-AC63-4A0B9FD04A75}"/>
    <dgm:cxn modelId="{FC7BD086-74EA-4D6C-9657-E916D355F209}" srcId="{6352CA33-6755-44BE-808F-400DA4CF80A7}" destId="{9614A323-64B1-4077-A841-022051EC749A}" srcOrd="0" destOrd="0" parTransId="{E5F6BCBD-B84E-4018-BE9E-BF57FF3B4B36}" sibTransId="{FEC2A79F-8857-403A-A738-E8CE75C965E2}"/>
    <dgm:cxn modelId="{B736D792-8630-4423-BF25-ED6293A18ADD}" type="presOf" srcId="{9614A323-64B1-4077-A841-022051EC749A}" destId="{F8977219-728E-448F-AE8B-46B14F4F17DE}" srcOrd="1" destOrd="0" presId="urn:microsoft.com/office/officeart/2005/8/layout/hList9"/>
    <dgm:cxn modelId="{DDB5AD9A-40B0-48EF-AF2C-8CCDA330F7FE}" srcId="{B4F1B46E-22B2-4721-950C-8704487586DC}" destId="{9D72CDD3-5859-43DB-BD75-0C3C30E3DE62}" srcOrd="0" destOrd="0" parTransId="{1D5B1F83-33A7-4298-BC11-2B1252AFAEA5}" sibTransId="{15E25BD4-1EBF-43C2-8885-DBF66B8429E1}"/>
    <dgm:cxn modelId="{2C8317B2-2EBB-4589-86EA-C77B3B6E81AA}" srcId="{00C18FBF-3FF5-4C16-97CF-AF03740D7AB6}" destId="{B4F1B46E-22B2-4721-950C-8704487586DC}" srcOrd="0" destOrd="0" parTransId="{E8A66543-CC4D-4785-A93E-5B125E09F826}" sibTransId="{A7E2530A-34E2-4E9F-BC78-8920BA140C41}"/>
    <dgm:cxn modelId="{2DF4FDC6-9998-45E2-B49B-7BDDAE43878E}" type="presOf" srcId="{B4F1B46E-22B2-4721-950C-8704487586DC}" destId="{FC7ED273-8CFD-43C2-9C05-44FADF3E0637}" srcOrd="0" destOrd="0" presId="urn:microsoft.com/office/officeart/2005/8/layout/hList9"/>
    <dgm:cxn modelId="{A587C2CB-6562-4021-B4BF-D479DBE9444F}" type="presOf" srcId="{D5197DDB-D5D2-499F-B255-CF7BB5AE2B43}" destId="{F660F4B9-35DB-4256-A868-A35C6DCCF6B2}" srcOrd="0" destOrd="0" presId="urn:microsoft.com/office/officeart/2005/8/layout/hList9"/>
    <dgm:cxn modelId="{77F620CE-FC2D-42CF-890C-6A28A43BA06E}" type="presOf" srcId="{F2881FB1-6580-4F21-A283-BFAA6F91D5D2}" destId="{FD776C1E-557E-4553-9447-49B69EEC7907}" srcOrd="0" destOrd="0" presId="urn:microsoft.com/office/officeart/2005/8/layout/hList9"/>
    <dgm:cxn modelId="{AACC54D1-0243-46E9-9624-A663799E8A06}" type="presOf" srcId="{9D72CDD3-5859-43DB-BD75-0C3C30E3DE62}" destId="{6B08AC4B-4CEC-41E5-AE19-47A4E2720563}" srcOrd="0" destOrd="0" presId="urn:microsoft.com/office/officeart/2005/8/layout/hList9"/>
    <dgm:cxn modelId="{82BAE5DD-3A79-4870-9019-1254385E0650}" srcId="{00C18FBF-3FF5-4C16-97CF-AF03740D7AB6}" destId="{6352CA33-6755-44BE-808F-400DA4CF80A7}" srcOrd="2" destOrd="0" parTransId="{AEB59203-63BA-4A96-BADC-40BAEBD9AA40}" sibTransId="{AAB4CF73-4B9B-4AA0-9074-16C2D2AE00A1}"/>
    <dgm:cxn modelId="{59E871E8-E7D2-4CCC-B749-A714977AF5E6}" type="presOf" srcId="{D5197DDB-D5D2-499F-B255-CF7BB5AE2B43}" destId="{10C9E3CF-3A8F-4100-8ACD-91E2373197A2}" srcOrd="1" destOrd="0" presId="urn:microsoft.com/office/officeart/2005/8/layout/hList9"/>
    <dgm:cxn modelId="{E1D1E23B-EC87-45CC-9E87-38B27A23764D}" type="presParOf" srcId="{0DC7A063-583D-4B0F-88B2-BD54F95D95AF}" destId="{3B23570A-ECC9-4DF8-BCB4-0465C69CBB88}" srcOrd="0" destOrd="0" presId="urn:microsoft.com/office/officeart/2005/8/layout/hList9"/>
    <dgm:cxn modelId="{82537023-5CD7-4BB7-84CF-DE8196338CF2}" type="presParOf" srcId="{0DC7A063-583D-4B0F-88B2-BD54F95D95AF}" destId="{FC66A233-6BBA-46AF-B2F6-28E379B158E2}" srcOrd="1" destOrd="0" presId="urn:microsoft.com/office/officeart/2005/8/layout/hList9"/>
    <dgm:cxn modelId="{5DFED7C8-2E54-4441-B032-3A4788B2A8D3}" type="presParOf" srcId="{FC66A233-6BBA-46AF-B2F6-28E379B158E2}" destId="{46739A04-1AA3-49C6-8EA7-EB1DE975B900}" srcOrd="0" destOrd="0" presId="urn:microsoft.com/office/officeart/2005/8/layout/hList9"/>
    <dgm:cxn modelId="{59D81910-4316-4EAE-9A67-0B3EDF027306}" type="presParOf" srcId="{FC66A233-6BBA-46AF-B2F6-28E379B158E2}" destId="{535C6EC9-8098-42C5-8527-E62FF045E4EB}" srcOrd="1" destOrd="0" presId="urn:microsoft.com/office/officeart/2005/8/layout/hList9"/>
    <dgm:cxn modelId="{C4FBC461-0B5D-4B7E-9CAF-A88B1223F18A}" type="presParOf" srcId="{535C6EC9-8098-42C5-8527-E62FF045E4EB}" destId="{6B08AC4B-4CEC-41E5-AE19-47A4E2720563}" srcOrd="0" destOrd="0" presId="urn:microsoft.com/office/officeart/2005/8/layout/hList9"/>
    <dgm:cxn modelId="{16A1B336-CE68-4171-8D18-284543992BEA}" type="presParOf" srcId="{535C6EC9-8098-42C5-8527-E62FF045E4EB}" destId="{187D4E8C-5C91-4D00-870C-2C45D4EA263C}" srcOrd="1" destOrd="0" presId="urn:microsoft.com/office/officeart/2005/8/layout/hList9"/>
    <dgm:cxn modelId="{DEF99A7A-98F1-424D-AC92-7C6B69A0E544}" type="presParOf" srcId="{0DC7A063-583D-4B0F-88B2-BD54F95D95AF}" destId="{3845DB9A-BEF3-4D5D-B9C7-5FC0456401AC}" srcOrd="2" destOrd="0" presId="urn:microsoft.com/office/officeart/2005/8/layout/hList9"/>
    <dgm:cxn modelId="{ACD8FD0D-39C9-49DB-B77E-B03522FDF5FC}" type="presParOf" srcId="{0DC7A063-583D-4B0F-88B2-BD54F95D95AF}" destId="{FC7ED273-8CFD-43C2-9C05-44FADF3E0637}" srcOrd="3" destOrd="0" presId="urn:microsoft.com/office/officeart/2005/8/layout/hList9"/>
    <dgm:cxn modelId="{2C72EC61-81F4-4DCD-A533-255CBC66AE34}" type="presParOf" srcId="{0DC7A063-583D-4B0F-88B2-BD54F95D95AF}" destId="{13C564B0-C27E-4ABA-AFDA-59E145B256BA}" srcOrd="4" destOrd="0" presId="urn:microsoft.com/office/officeart/2005/8/layout/hList9"/>
    <dgm:cxn modelId="{775600F8-FCFE-4862-8108-85F84EA9DEE2}" type="presParOf" srcId="{0DC7A063-583D-4B0F-88B2-BD54F95D95AF}" destId="{6300E233-87DF-4270-9808-160BFEB8A5BE}" srcOrd="5" destOrd="0" presId="urn:microsoft.com/office/officeart/2005/8/layout/hList9"/>
    <dgm:cxn modelId="{AE3B7A69-67E7-41D2-BC1A-3586A3CC259D}" type="presParOf" srcId="{0DC7A063-583D-4B0F-88B2-BD54F95D95AF}" destId="{6E53DEF7-499E-42EE-802D-59B2F8915392}" srcOrd="6" destOrd="0" presId="urn:microsoft.com/office/officeart/2005/8/layout/hList9"/>
    <dgm:cxn modelId="{76A9B804-07B5-4060-AA61-249A1765ECB9}" type="presParOf" srcId="{6E53DEF7-499E-42EE-802D-59B2F8915392}" destId="{E08C30D1-35EA-4D05-9731-5D01E3FCBD09}" srcOrd="0" destOrd="0" presId="urn:microsoft.com/office/officeart/2005/8/layout/hList9"/>
    <dgm:cxn modelId="{6162898E-21FD-497B-BFEE-B78CF45F7D9A}" type="presParOf" srcId="{6E53DEF7-499E-42EE-802D-59B2F8915392}" destId="{2F3BD88A-9166-4A26-B941-B9BAEE1A11D5}" srcOrd="1" destOrd="0" presId="urn:microsoft.com/office/officeart/2005/8/layout/hList9"/>
    <dgm:cxn modelId="{71D4EFDE-15BC-4327-9242-5F72F9DAFAD4}" type="presParOf" srcId="{2F3BD88A-9166-4A26-B941-B9BAEE1A11D5}" destId="{F660F4B9-35DB-4256-A868-A35C6DCCF6B2}" srcOrd="0" destOrd="0" presId="urn:microsoft.com/office/officeart/2005/8/layout/hList9"/>
    <dgm:cxn modelId="{9B414BA4-2018-40DF-8E7D-AD7E78EF0217}" type="presParOf" srcId="{2F3BD88A-9166-4A26-B941-B9BAEE1A11D5}" destId="{10C9E3CF-3A8F-4100-8ACD-91E2373197A2}" srcOrd="1" destOrd="0" presId="urn:microsoft.com/office/officeart/2005/8/layout/hList9"/>
    <dgm:cxn modelId="{D8406746-50BE-425E-A523-9ED524500743}" type="presParOf" srcId="{0DC7A063-583D-4B0F-88B2-BD54F95D95AF}" destId="{69136330-53DB-4978-A56B-160862279381}" srcOrd="7" destOrd="0" presId="urn:microsoft.com/office/officeart/2005/8/layout/hList9"/>
    <dgm:cxn modelId="{A91BC494-75AC-4CCA-8CC1-7E9884C2F3AD}" type="presParOf" srcId="{0DC7A063-583D-4B0F-88B2-BD54F95D95AF}" destId="{FD776C1E-557E-4553-9447-49B69EEC7907}" srcOrd="8" destOrd="0" presId="urn:microsoft.com/office/officeart/2005/8/layout/hList9"/>
    <dgm:cxn modelId="{487F9920-08DF-4AC5-BA64-D35F42602B66}" type="presParOf" srcId="{0DC7A063-583D-4B0F-88B2-BD54F95D95AF}" destId="{FC2522F1-14BB-4B37-B60E-2E8A7E8A6C30}" srcOrd="9" destOrd="0" presId="urn:microsoft.com/office/officeart/2005/8/layout/hList9"/>
    <dgm:cxn modelId="{DC194D92-7E98-42DD-A8CA-BCD1EDD2C95D}" type="presParOf" srcId="{0DC7A063-583D-4B0F-88B2-BD54F95D95AF}" destId="{2C2F6211-85A7-47FE-9239-DE94DF41A263}" srcOrd="10" destOrd="0" presId="urn:microsoft.com/office/officeart/2005/8/layout/hList9"/>
    <dgm:cxn modelId="{575F4FD6-9E0F-4F5E-88EE-9B265B6FD4F4}" type="presParOf" srcId="{0DC7A063-583D-4B0F-88B2-BD54F95D95AF}" destId="{7B0C2EAE-70CB-4160-863D-210C3C66D5FD}" srcOrd="11" destOrd="0" presId="urn:microsoft.com/office/officeart/2005/8/layout/hList9"/>
    <dgm:cxn modelId="{8AE96C49-A416-4FC7-84EE-2BDAF35C57FF}" type="presParOf" srcId="{7B0C2EAE-70CB-4160-863D-210C3C66D5FD}" destId="{5AF3752E-55A6-443C-AD35-C49DF50A4566}" srcOrd="0" destOrd="0" presId="urn:microsoft.com/office/officeart/2005/8/layout/hList9"/>
    <dgm:cxn modelId="{235B263C-399E-4245-95BD-2AA1F19D4AB4}" type="presParOf" srcId="{7B0C2EAE-70CB-4160-863D-210C3C66D5FD}" destId="{53567A66-F0E9-4EF8-ADA9-764BA36AA6A9}" srcOrd="1" destOrd="0" presId="urn:microsoft.com/office/officeart/2005/8/layout/hList9"/>
    <dgm:cxn modelId="{265DA8D6-D429-4956-8CB8-10EE7EF20F0C}" type="presParOf" srcId="{53567A66-F0E9-4EF8-ADA9-764BA36AA6A9}" destId="{AD2806AC-6A03-4F05-9F4D-F72EA0E56FBF}" srcOrd="0" destOrd="0" presId="urn:microsoft.com/office/officeart/2005/8/layout/hList9"/>
    <dgm:cxn modelId="{35A8C2CA-EB30-45FD-8152-A7470BE42B4C}" type="presParOf" srcId="{53567A66-F0E9-4EF8-ADA9-764BA36AA6A9}" destId="{F8977219-728E-448F-AE8B-46B14F4F17DE}" srcOrd="1" destOrd="0" presId="urn:microsoft.com/office/officeart/2005/8/layout/hList9"/>
    <dgm:cxn modelId="{EF3F399A-E096-436A-AD74-CF747D62B02A}" type="presParOf" srcId="{0DC7A063-583D-4B0F-88B2-BD54F95D95AF}" destId="{FBCC4E74-37C0-494F-ABC0-7D18132E1437}" srcOrd="12" destOrd="0" presId="urn:microsoft.com/office/officeart/2005/8/layout/hList9"/>
    <dgm:cxn modelId="{5EA17F20-F6C6-4B5A-AFEB-38BD8F975065}" type="presParOf" srcId="{0DC7A063-583D-4B0F-88B2-BD54F95D95AF}" destId="{89E6DA6E-7A23-44BD-8A99-378091FF741D}" srcOrd="1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C18FBF-3FF5-4C16-97CF-AF03740D7AB6}" type="doc">
      <dgm:prSet loTypeId="urn:microsoft.com/office/officeart/2005/8/layout/hList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F1B46E-22B2-4721-950C-8704487586DC}">
      <dgm:prSet phldrT="[Text]"/>
      <dgm:spPr/>
      <dgm:t>
        <a:bodyPr/>
        <a:lstStyle/>
        <a:p>
          <a:r>
            <a:rPr lang="en-US" dirty="0"/>
            <a:t>SGD</a:t>
          </a:r>
        </a:p>
      </dgm:t>
    </dgm:pt>
    <dgm:pt modelId="{E8A66543-CC4D-4785-A93E-5B125E09F826}" type="parTrans" cxnId="{2C8317B2-2EBB-4589-86EA-C77B3B6E81AA}">
      <dgm:prSet/>
      <dgm:spPr/>
      <dgm:t>
        <a:bodyPr/>
        <a:lstStyle/>
        <a:p>
          <a:endParaRPr lang="en-US"/>
        </a:p>
      </dgm:t>
    </dgm:pt>
    <dgm:pt modelId="{A7E2530A-34E2-4E9F-BC78-8920BA140C41}" type="sibTrans" cxnId="{2C8317B2-2EBB-4589-86EA-C77B3B6E81AA}">
      <dgm:prSet/>
      <dgm:spPr/>
      <dgm:t>
        <a:bodyPr/>
        <a:lstStyle/>
        <a:p>
          <a:endParaRPr lang="en-US"/>
        </a:p>
      </dgm:t>
    </dgm:pt>
    <dgm:pt modelId="{9D72CDD3-5859-43DB-BD75-0C3C30E3DE62}">
      <dgm:prSet phldrT="[Text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1600" b="1" i="0" dirty="0"/>
            <a:t>Stochastic Gradient Descent</a:t>
          </a:r>
          <a:endParaRPr lang="en-US" sz="1600" b="0" i="0" dirty="0"/>
        </a:p>
        <a:p>
          <a:r>
            <a:rPr lang="en-US" sz="1600" b="0" i="0" dirty="0"/>
            <a:t>Classical optimizer with momentum (0.9). Finds flatter minima → better generalization</a:t>
          </a:r>
          <a:endParaRPr lang="en-US" sz="1600" dirty="0"/>
        </a:p>
      </dgm:t>
    </dgm:pt>
    <dgm:pt modelId="{1D5B1F83-33A7-4298-BC11-2B1252AFAEA5}" type="parTrans" cxnId="{DDB5AD9A-40B0-48EF-AF2C-8CCDA330F7FE}">
      <dgm:prSet/>
      <dgm:spPr/>
      <dgm:t>
        <a:bodyPr/>
        <a:lstStyle/>
        <a:p>
          <a:endParaRPr lang="en-US"/>
        </a:p>
      </dgm:t>
    </dgm:pt>
    <dgm:pt modelId="{15E25BD4-1EBF-43C2-8885-DBF66B8429E1}" type="sibTrans" cxnId="{DDB5AD9A-40B0-48EF-AF2C-8CCDA330F7FE}">
      <dgm:prSet/>
      <dgm:spPr/>
      <dgm:t>
        <a:bodyPr/>
        <a:lstStyle/>
        <a:p>
          <a:endParaRPr lang="en-US"/>
        </a:p>
      </dgm:t>
    </dgm:pt>
    <dgm:pt modelId="{F2881FB1-6580-4F21-A283-BFAA6F91D5D2}">
      <dgm:prSet phldrT="[Text]"/>
      <dgm:spPr/>
      <dgm:t>
        <a:bodyPr/>
        <a:lstStyle/>
        <a:p>
          <a:r>
            <a:rPr lang="en-US" dirty="0"/>
            <a:t>ADAM</a:t>
          </a:r>
        </a:p>
      </dgm:t>
    </dgm:pt>
    <dgm:pt modelId="{2D960FDD-BADA-480D-9043-497C56588AD3}" type="parTrans" cxnId="{4A31D641-1B5D-46D3-B685-0C4DC6EFE71B}">
      <dgm:prSet/>
      <dgm:spPr/>
      <dgm:t>
        <a:bodyPr/>
        <a:lstStyle/>
        <a:p>
          <a:endParaRPr lang="en-US"/>
        </a:p>
      </dgm:t>
    </dgm:pt>
    <dgm:pt modelId="{A5ABDC17-7AB5-4F0E-992A-F9343F5D74EB}" type="sibTrans" cxnId="{4A31D641-1B5D-46D3-B685-0C4DC6EFE71B}">
      <dgm:prSet/>
      <dgm:spPr/>
      <dgm:t>
        <a:bodyPr/>
        <a:lstStyle/>
        <a:p>
          <a:endParaRPr lang="en-US"/>
        </a:p>
      </dgm:t>
    </dgm:pt>
    <dgm:pt modelId="{D5197DDB-D5D2-499F-B255-CF7BB5AE2B43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600" b="1" i="0" dirty="0"/>
            <a:t>Adaptive Moment Estimation</a:t>
          </a:r>
          <a:endParaRPr lang="en-US" sz="1600" b="0" i="0" dirty="0"/>
        </a:p>
        <a:p>
          <a:r>
            <a:rPr lang="en-US" sz="1600" b="0" i="0" dirty="0"/>
            <a:t>Adaptive learning rates. Fast convergence but may overfit with limited data</a:t>
          </a:r>
          <a:endParaRPr lang="en-US" sz="1600" dirty="0"/>
        </a:p>
      </dgm:t>
    </dgm:pt>
    <dgm:pt modelId="{B14A4DC9-F40A-4867-ADB8-4BA8A1F83766}" type="parTrans" cxnId="{3204ED53-15A0-4643-A582-021A785F1BA2}">
      <dgm:prSet/>
      <dgm:spPr/>
      <dgm:t>
        <a:bodyPr/>
        <a:lstStyle/>
        <a:p>
          <a:endParaRPr lang="en-US"/>
        </a:p>
      </dgm:t>
    </dgm:pt>
    <dgm:pt modelId="{29F2454A-2FA8-4B3A-AC63-4A0B9FD04A75}" type="sibTrans" cxnId="{3204ED53-15A0-4643-A582-021A785F1BA2}">
      <dgm:prSet/>
      <dgm:spPr/>
      <dgm:t>
        <a:bodyPr/>
        <a:lstStyle/>
        <a:p>
          <a:endParaRPr lang="en-US"/>
        </a:p>
      </dgm:t>
    </dgm:pt>
    <dgm:pt modelId="{6352CA33-6755-44BE-808F-400DA4CF80A7}">
      <dgm:prSet phldrT="[Text]"/>
      <dgm:spPr/>
      <dgm:t>
        <a:bodyPr/>
        <a:lstStyle/>
        <a:p>
          <a:r>
            <a:rPr lang="en-US" dirty="0"/>
            <a:t>ADAMW</a:t>
          </a:r>
        </a:p>
      </dgm:t>
    </dgm:pt>
    <dgm:pt modelId="{AEB59203-63BA-4A96-BADC-40BAEBD9AA40}" type="parTrans" cxnId="{82BAE5DD-3A79-4870-9019-1254385E0650}">
      <dgm:prSet/>
      <dgm:spPr/>
      <dgm:t>
        <a:bodyPr/>
        <a:lstStyle/>
        <a:p>
          <a:endParaRPr lang="en-US"/>
        </a:p>
      </dgm:t>
    </dgm:pt>
    <dgm:pt modelId="{AAB4CF73-4B9B-4AA0-9074-16C2D2AE00A1}" type="sibTrans" cxnId="{82BAE5DD-3A79-4870-9019-1254385E0650}">
      <dgm:prSet/>
      <dgm:spPr/>
      <dgm:t>
        <a:bodyPr/>
        <a:lstStyle/>
        <a:p>
          <a:endParaRPr lang="en-US"/>
        </a:p>
      </dgm:t>
    </dgm:pt>
    <dgm:pt modelId="{9614A323-64B1-4077-A841-022051EC749A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600" b="1" i="0" dirty="0"/>
            <a:t>Adam with Weight Decay</a:t>
          </a:r>
          <a:endParaRPr lang="en-US" sz="1600" b="0" i="0" dirty="0"/>
        </a:p>
        <a:p>
          <a:r>
            <a:rPr lang="en-US" sz="1600" b="0" i="0" dirty="0"/>
            <a:t>Decouples weight decay from gradient update. Better stability &amp; generalization</a:t>
          </a:r>
          <a:endParaRPr lang="en-US" sz="1600" dirty="0"/>
        </a:p>
      </dgm:t>
    </dgm:pt>
    <dgm:pt modelId="{E5F6BCBD-B84E-4018-BE9E-BF57FF3B4B36}" type="parTrans" cxnId="{FC7BD086-74EA-4D6C-9657-E916D355F209}">
      <dgm:prSet/>
      <dgm:spPr/>
      <dgm:t>
        <a:bodyPr/>
        <a:lstStyle/>
        <a:p>
          <a:endParaRPr lang="en-US"/>
        </a:p>
      </dgm:t>
    </dgm:pt>
    <dgm:pt modelId="{FEC2A79F-8857-403A-A738-E8CE75C965E2}" type="sibTrans" cxnId="{FC7BD086-74EA-4D6C-9657-E916D355F209}">
      <dgm:prSet/>
      <dgm:spPr/>
      <dgm:t>
        <a:bodyPr/>
        <a:lstStyle/>
        <a:p>
          <a:endParaRPr lang="en-US"/>
        </a:p>
      </dgm:t>
    </dgm:pt>
    <dgm:pt modelId="{7FCE83D9-631B-4420-BBFC-CA0AFA59F747}">
      <dgm:prSet phldrT="[Text]"/>
      <dgm:spPr/>
      <dgm:t>
        <a:bodyPr/>
        <a:lstStyle/>
        <a:p>
          <a:r>
            <a:rPr lang="en-US" dirty="0" err="1"/>
            <a:t>RMSProp</a:t>
          </a:r>
          <a:endParaRPr lang="en-US" dirty="0"/>
        </a:p>
      </dgm:t>
    </dgm:pt>
    <dgm:pt modelId="{C61EC981-13FA-4710-B079-D35692EEB764}" type="parTrans" cxnId="{E572418E-4340-4448-940D-253A2FA3B9B3}">
      <dgm:prSet/>
      <dgm:spPr/>
      <dgm:t>
        <a:bodyPr/>
        <a:lstStyle/>
        <a:p>
          <a:endParaRPr lang="en-US"/>
        </a:p>
      </dgm:t>
    </dgm:pt>
    <dgm:pt modelId="{1B48A0DE-4031-4D45-86A1-94CDAF68824A}" type="sibTrans" cxnId="{E572418E-4340-4448-940D-253A2FA3B9B3}">
      <dgm:prSet/>
      <dgm:spPr/>
      <dgm:t>
        <a:bodyPr/>
        <a:lstStyle/>
        <a:p>
          <a:endParaRPr lang="en-US"/>
        </a:p>
      </dgm:t>
    </dgm:pt>
    <dgm:pt modelId="{DB9FB862-4759-4D6A-84F3-01524B92723B}">
      <dgm:prSet phldrT="[Text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1600" b="1" i="0" dirty="0"/>
            <a:t>Root Mean Square Propagation</a:t>
          </a:r>
          <a:endParaRPr lang="en-US" sz="1600" b="0" i="0" dirty="0"/>
        </a:p>
        <a:p>
          <a:r>
            <a:rPr lang="en-US" sz="1600" b="0" i="0" dirty="0"/>
            <a:t>Adapts learning rate per parameter. Fast convergence, robust to noise</a:t>
          </a:r>
          <a:endParaRPr lang="en-US" sz="1600" dirty="0"/>
        </a:p>
      </dgm:t>
    </dgm:pt>
    <dgm:pt modelId="{CD1EE44C-3116-420B-89E3-1D797CB25D34}" type="parTrans" cxnId="{70CAB4FC-3D17-49C2-8A7B-F387031FCDCA}">
      <dgm:prSet/>
      <dgm:spPr/>
      <dgm:t>
        <a:bodyPr/>
        <a:lstStyle/>
        <a:p>
          <a:endParaRPr lang="en-US"/>
        </a:p>
      </dgm:t>
    </dgm:pt>
    <dgm:pt modelId="{4BD4D4A5-043E-4ED5-A5CA-8D46DADC3150}" type="sibTrans" cxnId="{70CAB4FC-3D17-49C2-8A7B-F387031FCDCA}">
      <dgm:prSet/>
      <dgm:spPr/>
      <dgm:t>
        <a:bodyPr/>
        <a:lstStyle/>
        <a:p>
          <a:endParaRPr lang="en-US"/>
        </a:p>
      </dgm:t>
    </dgm:pt>
    <dgm:pt modelId="{0DC7A063-583D-4B0F-88B2-BD54F95D95AF}" type="pres">
      <dgm:prSet presAssocID="{00C18FBF-3FF5-4C16-97CF-AF03740D7AB6}" presName="list" presStyleCnt="0">
        <dgm:presLayoutVars>
          <dgm:dir/>
          <dgm:animLvl val="lvl"/>
        </dgm:presLayoutVars>
      </dgm:prSet>
      <dgm:spPr/>
    </dgm:pt>
    <dgm:pt modelId="{3B23570A-ECC9-4DF8-BCB4-0465C69CBB88}" type="pres">
      <dgm:prSet presAssocID="{B4F1B46E-22B2-4721-950C-8704487586DC}" presName="posSpace" presStyleCnt="0"/>
      <dgm:spPr/>
    </dgm:pt>
    <dgm:pt modelId="{FC66A233-6BBA-46AF-B2F6-28E379B158E2}" type="pres">
      <dgm:prSet presAssocID="{B4F1B46E-22B2-4721-950C-8704487586DC}" presName="vertFlow" presStyleCnt="0"/>
      <dgm:spPr/>
    </dgm:pt>
    <dgm:pt modelId="{46739A04-1AA3-49C6-8EA7-EB1DE975B900}" type="pres">
      <dgm:prSet presAssocID="{B4F1B46E-22B2-4721-950C-8704487586DC}" presName="topSpace" presStyleCnt="0"/>
      <dgm:spPr/>
    </dgm:pt>
    <dgm:pt modelId="{535C6EC9-8098-42C5-8527-E62FF045E4EB}" type="pres">
      <dgm:prSet presAssocID="{B4F1B46E-22B2-4721-950C-8704487586DC}" presName="firstComp" presStyleCnt="0"/>
      <dgm:spPr/>
    </dgm:pt>
    <dgm:pt modelId="{6B08AC4B-4CEC-41E5-AE19-47A4E2720563}" type="pres">
      <dgm:prSet presAssocID="{B4F1B46E-22B2-4721-950C-8704487586DC}" presName="firstChild" presStyleLbl="bgAccFollowNode1" presStyleIdx="0" presStyleCnt="4" custScaleX="129461" custScaleY="258375" custLinFactNeighborX="41423" custLinFactNeighborY="35223"/>
      <dgm:spPr/>
    </dgm:pt>
    <dgm:pt modelId="{187D4E8C-5C91-4D00-870C-2C45D4EA263C}" type="pres">
      <dgm:prSet presAssocID="{B4F1B46E-22B2-4721-950C-8704487586DC}" presName="firstChildTx" presStyleLbl="bgAccFollowNode1" presStyleIdx="0" presStyleCnt="4">
        <dgm:presLayoutVars>
          <dgm:bulletEnabled val="1"/>
        </dgm:presLayoutVars>
      </dgm:prSet>
      <dgm:spPr/>
    </dgm:pt>
    <dgm:pt modelId="{3845DB9A-BEF3-4D5D-B9C7-5FC0456401AC}" type="pres">
      <dgm:prSet presAssocID="{B4F1B46E-22B2-4721-950C-8704487586DC}" presName="negSpace" presStyleCnt="0"/>
      <dgm:spPr/>
    </dgm:pt>
    <dgm:pt modelId="{FC7ED273-8CFD-43C2-9C05-44FADF3E0637}" type="pres">
      <dgm:prSet presAssocID="{B4F1B46E-22B2-4721-950C-8704487586DC}" presName="circle" presStyleLbl="node1" presStyleIdx="0" presStyleCnt="4" custScaleX="105347" custScaleY="47634" custLinFactNeighborX="87697" custLinFactNeighborY="5220"/>
      <dgm:spPr/>
    </dgm:pt>
    <dgm:pt modelId="{13C564B0-C27E-4ABA-AFDA-59E145B256BA}" type="pres">
      <dgm:prSet presAssocID="{A7E2530A-34E2-4E9F-BC78-8920BA140C41}" presName="transSpace" presStyleCnt="0"/>
      <dgm:spPr/>
    </dgm:pt>
    <dgm:pt modelId="{6300E233-87DF-4270-9808-160BFEB8A5BE}" type="pres">
      <dgm:prSet presAssocID="{F2881FB1-6580-4F21-A283-BFAA6F91D5D2}" presName="posSpace" presStyleCnt="0"/>
      <dgm:spPr/>
    </dgm:pt>
    <dgm:pt modelId="{6E53DEF7-499E-42EE-802D-59B2F8915392}" type="pres">
      <dgm:prSet presAssocID="{F2881FB1-6580-4F21-A283-BFAA6F91D5D2}" presName="vertFlow" presStyleCnt="0"/>
      <dgm:spPr/>
    </dgm:pt>
    <dgm:pt modelId="{E08C30D1-35EA-4D05-9731-5D01E3FCBD09}" type="pres">
      <dgm:prSet presAssocID="{F2881FB1-6580-4F21-A283-BFAA6F91D5D2}" presName="topSpace" presStyleCnt="0"/>
      <dgm:spPr/>
    </dgm:pt>
    <dgm:pt modelId="{2F3BD88A-9166-4A26-B941-B9BAEE1A11D5}" type="pres">
      <dgm:prSet presAssocID="{F2881FB1-6580-4F21-A283-BFAA6F91D5D2}" presName="firstComp" presStyleCnt="0"/>
      <dgm:spPr/>
    </dgm:pt>
    <dgm:pt modelId="{F660F4B9-35DB-4256-A868-A35C6DCCF6B2}" type="pres">
      <dgm:prSet presAssocID="{F2881FB1-6580-4F21-A283-BFAA6F91D5D2}" presName="firstChild" presStyleLbl="bgAccFollowNode1" presStyleIdx="1" presStyleCnt="4" custScaleX="139451" custScaleY="264926" custLinFactNeighborX="356" custLinFactNeighborY="28306"/>
      <dgm:spPr/>
    </dgm:pt>
    <dgm:pt modelId="{10C9E3CF-3A8F-4100-8ACD-91E2373197A2}" type="pres">
      <dgm:prSet presAssocID="{F2881FB1-6580-4F21-A283-BFAA6F91D5D2}" presName="firstChildTx" presStyleLbl="bgAccFollowNode1" presStyleIdx="1" presStyleCnt="4">
        <dgm:presLayoutVars>
          <dgm:bulletEnabled val="1"/>
        </dgm:presLayoutVars>
      </dgm:prSet>
      <dgm:spPr/>
    </dgm:pt>
    <dgm:pt modelId="{69136330-53DB-4978-A56B-160862279381}" type="pres">
      <dgm:prSet presAssocID="{F2881FB1-6580-4F21-A283-BFAA6F91D5D2}" presName="negSpace" presStyleCnt="0"/>
      <dgm:spPr/>
    </dgm:pt>
    <dgm:pt modelId="{FD776C1E-557E-4553-9447-49B69EEC7907}" type="pres">
      <dgm:prSet presAssocID="{F2881FB1-6580-4F21-A283-BFAA6F91D5D2}" presName="circle" presStyleLbl="node1" presStyleIdx="1" presStyleCnt="4" custScaleY="54342" custLinFactNeighborX="28102" custLinFactNeighborY="-2461"/>
      <dgm:spPr/>
    </dgm:pt>
    <dgm:pt modelId="{FC2522F1-14BB-4B37-B60E-2E8A7E8A6C30}" type="pres">
      <dgm:prSet presAssocID="{A5ABDC17-7AB5-4F0E-992A-F9343F5D74EB}" presName="transSpace" presStyleCnt="0"/>
      <dgm:spPr/>
    </dgm:pt>
    <dgm:pt modelId="{2C2F6211-85A7-47FE-9239-DE94DF41A263}" type="pres">
      <dgm:prSet presAssocID="{6352CA33-6755-44BE-808F-400DA4CF80A7}" presName="posSpace" presStyleCnt="0"/>
      <dgm:spPr/>
    </dgm:pt>
    <dgm:pt modelId="{7B0C2EAE-70CB-4160-863D-210C3C66D5FD}" type="pres">
      <dgm:prSet presAssocID="{6352CA33-6755-44BE-808F-400DA4CF80A7}" presName="vertFlow" presStyleCnt="0"/>
      <dgm:spPr/>
    </dgm:pt>
    <dgm:pt modelId="{5AF3752E-55A6-443C-AD35-C49DF50A4566}" type="pres">
      <dgm:prSet presAssocID="{6352CA33-6755-44BE-808F-400DA4CF80A7}" presName="topSpace" presStyleCnt="0"/>
      <dgm:spPr/>
    </dgm:pt>
    <dgm:pt modelId="{53567A66-F0E9-4EF8-ADA9-764BA36AA6A9}" type="pres">
      <dgm:prSet presAssocID="{6352CA33-6755-44BE-808F-400DA4CF80A7}" presName="firstComp" presStyleCnt="0"/>
      <dgm:spPr/>
    </dgm:pt>
    <dgm:pt modelId="{AD2806AC-6A03-4F05-9F4D-F72EA0E56FBF}" type="pres">
      <dgm:prSet presAssocID="{6352CA33-6755-44BE-808F-400DA4CF80A7}" presName="firstChild" presStyleLbl="bgAccFollowNode1" presStyleIdx="2" presStyleCnt="4" custScaleX="137496" custScaleY="272258" custLinFactNeighborX="-37377" custLinFactNeighborY="28120"/>
      <dgm:spPr/>
    </dgm:pt>
    <dgm:pt modelId="{F8977219-728E-448F-AE8B-46B14F4F17DE}" type="pres">
      <dgm:prSet presAssocID="{6352CA33-6755-44BE-808F-400DA4CF80A7}" presName="firstChildTx" presStyleLbl="bgAccFollowNode1" presStyleIdx="2" presStyleCnt="4">
        <dgm:presLayoutVars>
          <dgm:bulletEnabled val="1"/>
        </dgm:presLayoutVars>
      </dgm:prSet>
      <dgm:spPr/>
    </dgm:pt>
    <dgm:pt modelId="{FBCC4E74-37C0-494F-ABC0-7D18132E1437}" type="pres">
      <dgm:prSet presAssocID="{6352CA33-6755-44BE-808F-400DA4CF80A7}" presName="negSpace" presStyleCnt="0"/>
      <dgm:spPr/>
    </dgm:pt>
    <dgm:pt modelId="{89E6DA6E-7A23-44BD-8A99-378091FF741D}" type="pres">
      <dgm:prSet presAssocID="{6352CA33-6755-44BE-808F-400DA4CF80A7}" presName="circle" presStyleLbl="node1" presStyleIdx="2" presStyleCnt="4" custScaleY="51131" custLinFactNeighborX="-25169" custLinFactNeighborY="4862"/>
      <dgm:spPr/>
    </dgm:pt>
    <dgm:pt modelId="{E966790E-26B5-4EB8-981F-1094BF4B7611}" type="pres">
      <dgm:prSet presAssocID="{AAB4CF73-4B9B-4AA0-9074-16C2D2AE00A1}" presName="transSpace" presStyleCnt="0"/>
      <dgm:spPr/>
    </dgm:pt>
    <dgm:pt modelId="{229B7655-E1F4-4CF5-84B8-30F0491D32B5}" type="pres">
      <dgm:prSet presAssocID="{7FCE83D9-631B-4420-BBFC-CA0AFA59F747}" presName="posSpace" presStyleCnt="0"/>
      <dgm:spPr/>
    </dgm:pt>
    <dgm:pt modelId="{F85FFCDF-8E5F-492B-B22D-55A08EACE783}" type="pres">
      <dgm:prSet presAssocID="{7FCE83D9-631B-4420-BBFC-CA0AFA59F747}" presName="vertFlow" presStyleCnt="0"/>
      <dgm:spPr/>
    </dgm:pt>
    <dgm:pt modelId="{600B3FB2-1315-4A84-8613-B445666BC7D2}" type="pres">
      <dgm:prSet presAssocID="{7FCE83D9-631B-4420-BBFC-CA0AFA59F747}" presName="topSpace" presStyleCnt="0"/>
      <dgm:spPr/>
    </dgm:pt>
    <dgm:pt modelId="{E47C73E9-FBEE-4370-9B3F-E04EB7C4023A}" type="pres">
      <dgm:prSet presAssocID="{7FCE83D9-631B-4420-BBFC-CA0AFA59F747}" presName="firstComp" presStyleCnt="0"/>
      <dgm:spPr/>
    </dgm:pt>
    <dgm:pt modelId="{402C2C77-A32C-4D99-9940-12535E1181F2}" type="pres">
      <dgm:prSet presAssocID="{7FCE83D9-631B-4420-BBFC-CA0AFA59F747}" presName="firstChild" presStyleLbl="bgAccFollowNode1" presStyleIdx="3" presStyleCnt="4" custScaleX="134520" custScaleY="267491" custLinFactNeighborX="-78559" custLinFactNeighborY="28517"/>
      <dgm:spPr/>
    </dgm:pt>
    <dgm:pt modelId="{5B88A17E-EFF5-4A04-9CC9-D2131DA9ECCC}" type="pres">
      <dgm:prSet presAssocID="{7FCE83D9-631B-4420-BBFC-CA0AFA59F747}" presName="firstChildTx" presStyleLbl="bgAccFollowNode1" presStyleIdx="3" presStyleCnt="4">
        <dgm:presLayoutVars>
          <dgm:bulletEnabled val="1"/>
        </dgm:presLayoutVars>
      </dgm:prSet>
      <dgm:spPr/>
    </dgm:pt>
    <dgm:pt modelId="{9051EF7D-7D6C-4B43-A6C4-239F9933C94D}" type="pres">
      <dgm:prSet presAssocID="{7FCE83D9-631B-4420-BBFC-CA0AFA59F747}" presName="negSpace" presStyleCnt="0"/>
      <dgm:spPr/>
    </dgm:pt>
    <dgm:pt modelId="{7453D9C8-CD6E-4AA4-8A19-7F6F667528F0}" type="pres">
      <dgm:prSet presAssocID="{7FCE83D9-631B-4420-BBFC-CA0AFA59F747}" presName="circle" presStyleLbl="node1" presStyleIdx="3" presStyleCnt="4" custScaleX="120840" custScaleY="38346" custLinFactNeighborX="-47553" custLinFactNeighborY="10024"/>
      <dgm:spPr/>
    </dgm:pt>
  </dgm:ptLst>
  <dgm:cxnLst>
    <dgm:cxn modelId="{20AF3F0D-FCCC-4AE8-8B10-DDA56D69A389}" type="presOf" srcId="{6352CA33-6755-44BE-808F-400DA4CF80A7}" destId="{89E6DA6E-7A23-44BD-8A99-378091FF741D}" srcOrd="0" destOrd="0" presId="urn:microsoft.com/office/officeart/2005/8/layout/hList9"/>
    <dgm:cxn modelId="{7F3B5912-CE3A-4F69-B6A0-82162798FA63}" type="presOf" srcId="{00C18FBF-3FF5-4C16-97CF-AF03740D7AB6}" destId="{0DC7A063-583D-4B0F-88B2-BD54F95D95AF}" srcOrd="0" destOrd="0" presId="urn:microsoft.com/office/officeart/2005/8/layout/hList9"/>
    <dgm:cxn modelId="{9740321C-35B3-4F5F-BD46-905CB7B8FAEB}" type="presOf" srcId="{9614A323-64B1-4077-A841-022051EC749A}" destId="{AD2806AC-6A03-4F05-9F4D-F72EA0E56FBF}" srcOrd="0" destOrd="0" presId="urn:microsoft.com/office/officeart/2005/8/layout/hList9"/>
    <dgm:cxn modelId="{70AA2139-FA57-4EAA-83C0-CFBB31F3B2CD}" type="presOf" srcId="{9D72CDD3-5859-43DB-BD75-0C3C30E3DE62}" destId="{187D4E8C-5C91-4D00-870C-2C45D4EA263C}" srcOrd="1" destOrd="0" presId="urn:microsoft.com/office/officeart/2005/8/layout/hList9"/>
    <dgm:cxn modelId="{4A31D641-1B5D-46D3-B685-0C4DC6EFE71B}" srcId="{00C18FBF-3FF5-4C16-97CF-AF03740D7AB6}" destId="{F2881FB1-6580-4F21-A283-BFAA6F91D5D2}" srcOrd="1" destOrd="0" parTransId="{2D960FDD-BADA-480D-9043-497C56588AD3}" sibTransId="{A5ABDC17-7AB5-4F0E-992A-F9343F5D74EB}"/>
    <dgm:cxn modelId="{16E03549-76FD-4D73-932D-9C88E7D9FF05}" type="presOf" srcId="{DB9FB862-4759-4D6A-84F3-01524B92723B}" destId="{402C2C77-A32C-4D99-9940-12535E1181F2}" srcOrd="0" destOrd="0" presId="urn:microsoft.com/office/officeart/2005/8/layout/hList9"/>
    <dgm:cxn modelId="{3204ED53-15A0-4643-A582-021A785F1BA2}" srcId="{F2881FB1-6580-4F21-A283-BFAA6F91D5D2}" destId="{D5197DDB-D5D2-499F-B255-CF7BB5AE2B43}" srcOrd="0" destOrd="0" parTransId="{B14A4DC9-F40A-4867-ADB8-4BA8A1F83766}" sibTransId="{29F2454A-2FA8-4B3A-AC63-4A0B9FD04A75}"/>
    <dgm:cxn modelId="{B2647B56-8947-4632-AB4A-42CBB9B48494}" type="presOf" srcId="{7FCE83D9-631B-4420-BBFC-CA0AFA59F747}" destId="{7453D9C8-CD6E-4AA4-8A19-7F6F667528F0}" srcOrd="0" destOrd="0" presId="urn:microsoft.com/office/officeart/2005/8/layout/hList9"/>
    <dgm:cxn modelId="{FC7BD086-74EA-4D6C-9657-E916D355F209}" srcId="{6352CA33-6755-44BE-808F-400DA4CF80A7}" destId="{9614A323-64B1-4077-A841-022051EC749A}" srcOrd="0" destOrd="0" parTransId="{E5F6BCBD-B84E-4018-BE9E-BF57FF3B4B36}" sibTransId="{FEC2A79F-8857-403A-A738-E8CE75C965E2}"/>
    <dgm:cxn modelId="{E572418E-4340-4448-940D-253A2FA3B9B3}" srcId="{00C18FBF-3FF5-4C16-97CF-AF03740D7AB6}" destId="{7FCE83D9-631B-4420-BBFC-CA0AFA59F747}" srcOrd="3" destOrd="0" parTransId="{C61EC981-13FA-4710-B079-D35692EEB764}" sibTransId="{1B48A0DE-4031-4D45-86A1-94CDAF68824A}"/>
    <dgm:cxn modelId="{B736D792-8630-4423-BF25-ED6293A18ADD}" type="presOf" srcId="{9614A323-64B1-4077-A841-022051EC749A}" destId="{F8977219-728E-448F-AE8B-46B14F4F17DE}" srcOrd="1" destOrd="0" presId="urn:microsoft.com/office/officeart/2005/8/layout/hList9"/>
    <dgm:cxn modelId="{6C9D5899-99E2-4916-98F9-1660647928E3}" type="presOf" srcId="{DB9FB862-4759-4D6A-84F3-01524B92723B}" destId="{5B88A17E-EFF5-4A04-9CC9-D2131DA9ECCC}" srcOrd="1" destOrd="0" presId="urn:microsoft.com/office/officeart/2005/8/layout/hList9"/>
    <dgm:cxn modelId="{DDB5AD9A-40B0-48EF-AF2C-8CCDA330F7FE}" srcId="{B4F1B46E-22B2-4721-950C-8704487586DC}" destId="{9D72CDD3-5859-43DB-BD75-0C3C30E3DE62}" srcOrd="0" destOrd="0" parTransId="{1D5B1F83-33A7-4298-BC11-2B1252AFAEA5}" sibTransId="{15E25BD4-1EBF-43C2-8885-DBF66B8429E1}"/>
    <dgm:cxn modelId="{2C8317B2-2EBB-4589-86EA-C77B3B6E81AA}" srcId="{00C18FBF-3FF5-4C16-97CF-AF03740D7AB6}" destId="{B4F1B46E-22B2-4721-950C-8704487586DC}" srcOrd="0" destOrd="0" parTransId="{E8A66543-CC4D-4785-A93E-5B125E09F826}" sibTransId="{A7E2530A-34E2-4E9F-BC78-8920BA140C41}"/>
    <dgm:cxn modelId="{2DF4FDC6-9998-45E2-B49B-7BDDAE43878E}" type="presOf" srcId="{B4F1B46E-22B2-4721-950C-8704487586DC}" destId="{FC7ED273-8CFD-43C2-9C05-44FADF3E0637}" srcOrd="0" destOrd="0" presId="urn:microsoft.com/office/officeart/2005/8/layout/hList9"/>
    <dgm:cxn modelId="{A587C2CB-6562-4021-B4BF-D479DBE9444F}" type="presOf" srcId="{D5197DDB-D5D2-499F-B255-CF7BB5AE2B43}" destId="{F660F4B9-35DB-4256-A868-A35C6DCCF6B2}" srcOrd="0" destOrd="0" presId="urn:microsoft.com/office/officeart/2005/8/layout/hList9"/>
    <dgm:cxn modelId="{77F620CE-FC2D-42CF-890C-6A28A43BA06E}" type="presOf" srcId="{F2881FB1-6580-4F21-A283-BFAA6F91D5D2}" destId="{FD776C1E-557E-4553-9447-49B69EEC7907}" srcOrd="0" destOrd="0" presId="urn:microsoft.com/office/officeart/2005/8/layout/hList9"/>
    <dgm:cxn modelId="{AACC54D1-0243-46E9-9624-A663799E8A06}" type="presOf" srcId="{9D72CDD3-5859-43DB-BD75-0C3C30E3DE62}" destId="{6B08AC4B-4CEC-41E5-AE19-47A4E2720563}" srcOrd="0" destOrd="0" presId="urn:microsoft.com/office/officeart/2005/8/layout/hList9"/>
    <dgm:cxn modelId="{82BAE5DD-3A79-4870-9019-1254385E0650}" srcId="{00C18FBF-3FF5-4C16-97CF-AF03740D7AB6}" destId="{6352CA33-6755-44BE-808F-400DA4CF80A7}" srcOrd="2" destOrd="0" parTransId="{AEB59203-63BA-4A96-BADC-40BAEBD9AA40}" sibTransId="{AAB4CF73-4B9B-4AA0-9074-16C2D2AE00A1}"/>
    <dgm:cxn modelId="{59E871E8-E7D2-4CCC-B749-A714977AF5E6}" type="presOf" srcId="{D5197DDB-D5D2-499F-B255-CF7BB5AE2B43}" destId="{10C9E3CF-3A8F-4100-8ACD-91E2373197A2}" srcOrd="1" destOrd="0" presId="urn:microsoft.com/office/officeart/2005/8/layout/hList9"/>
    <dgm:cxn modelId="{70CAB4FC-3D17-49C2-8A7B-F387031FCDCA}" srcId="{7FCE83D9-631B-4420-BBFC-CA0AFA59F747}" destId="{DB9FB862-4759-4D6A-84F3-01524B92723B}" srcOrd="0" destOrd="0" parTransId="{CD1EE44C-3116-420B-89E3-1D797CB25D34}" sibTransId="{4BD4D4A5-043E-4ED5-A5CA-8D46DADC3150}"/>
    <dgm:cxn modelId="{E1D1E23B-EC87-45CC-9E87-38B27A23764D}" type="presParOf" srcId="{0DC7A063-583D-4B0F-88B2-BD54F95D95AF}" destId="{3B23570A-ECC9-4DF8-BCB4-0465C69CBB88}" srcOrd="0" destOrd="0" presId="urn:microsoft.com/office/officeart/2005/8/layout/hList9"/>
    <dgm:cxn modelId="{82537023-5CD7-4BB7-84CF-DE8196338CF2}" type="presParOf" srcId="{0DC7A063-583D-4B0F-88B2-BD54F95D95AF}" destId="{FC66A233-6BBA-46AF-B2F6-28E379B158E2}" srcOrd="1" destOrd="0" presId="urn:microsoft.com/office/officeart/2005/8/layout/hList9"/>
    <dgm:cxn modelId="{5DFED7C8-2E54-4441-B032-3A4788B2A8D3}" type="presParOf" srcId="{FC66A233-6BBA-46AF-B2F6-28E379B158E2}" destId="{46739A04-1AA3-49C6-8EA7-EB1DE975B900}" srcOrd="0" destOrd="0" presId="urn:microsoft.com/office/officeart/2005/8/layout/hList9"/>
    <dgm:cxn modelId="{59D81910-4316-4EAE-9A67-0B3EDF027306}" type="presParOf" srcId="{FC66A233-6BBA-46AF-B2F6-28E379B158E2}" destId="{535C6EC9-8098-42C5-8527-E62FF045E4EB}" srcOrd="1" destOrd="0" presId="urn:microsoft.com/office/officeart/2005/8/layout/hList9"/>
    <dgm:cxn modelId="{C4FBC461-0B5D-4B7E-9CAF-A88B1223F18A}" type="presParOf" srcId="{535C6EC9-8098-42C5-8527-E62FF045E4EB}" destId="{6B08AC4B-4CEC-41E5-AE19-47A4E2720563}" srcOrd="0" destOrd="0" presId="urn:microsoft.com/office/officeart/2005/8/layout/hList9"/>
    <dgm:cxn modelId="{16A1B336-CE68-4171-8D18-284543992BEA}" type="presParOf" srcId="{535C6EC9-8098-42C5-8527-E62FF045E4EB}" destId="{187D4E8C-5C91-4D00-870C-2C45D4EA263C}" srcOrd="1" destOrd="0" presId="urn:microsoft.com/office/officeart/2005/8/layout/hList9"/>
    <dgm:cxn modelId="{DEF99A7A-98F1-424D-AC92-7C6B69A0E544}" type="presParOf" srcId="{0DC7A063-583D-4B0F-88B2-BD54F95D95AF}" destId="{3845DB9A-BEF3-4D5D-B9C7-5FC0456401AC}" srcOrd="2" destOrd="0" presId="urn:microsoft.com/office/officeart/2005/8/layout/hList9"/>
    <dgm:cxn modelId="{ACD8FD0D-39C9-49DB-B77E-B03522FDF5FC}" type="presParOf" srcId="{0DC7A063-583D-4B0F-88B2-BD54F95D95AF}" destId="{FC7ED273-8CFD-43C2-9C05-44FADF3E0637}" srcOrd="3" destOrd="0" presId="urn:microsoft.com/office/officeart/2005/8/layout/hList9"/>
    <dgm:cxn modelId="{2C72EC61-81F4-4DCD-A533-255CBC66AE34}" type="presParOf" srcId="{0DC7A063-583D-4B0F-88B2-BD54F95D95AF}" destId="{13C564B0-C27E-4ABA-AFDA-59E145B256BA}" srcOrd="4" destOrd="0" presId="urn:microsoft.com/office/officeart/2005/8/layout/hList9"/>
    <dgm:cxn modelId="{775600F8-FCFE-4862-8108-85F84EA9DEE2}" type="presParOf" srcId="{0DC7A063-583D-4B0F-88B2-BD54F95D95AF}" destId="{6300E233-87DF-4270-9808-160BFEB8A5BE}" srcOrd="5" destOrd="0" presId="urn:microsoft.com/office/officeart/2005/8/layout/hList9"/>
    <dgm:cxn modelId="{AE3B7A69-67E7-41D2-BC1A-3586A3CC259D}" type="presParOf" srcId="{0DC7A063-583D-4B0F-88B2-BD54F95D95AF}" destId="{6E53DEF7-499E-42EE-802D-59B2F8915392}" srcOrd="6" destOrd="0" presId="urn:microsoft.com/office/officeart/2005/8/layout/hList9"/>
    <dgm:cxn modelId="{76A9B804-07B5-4060-AA61-249A1765ECB9}" type="presParOf" srcId="{6E53DEF7-499E-42EE-802D-59B2F8915392}" destId="{E08C30D1-35EA-4D05-9731-5D01E3FCBD09}" srcOrd="0" destOrd="0" presId="urn:microsoft.com/office/officeart/2005/8/layout/hList9"/>
    <dgm:cxn modelId="{6162898E-21FD-497B-BFEE-B78CF45F7D9A}" type="presParOf" srcId="{6E53DEF7-499E-42EE-802D-59B2F8915392}" destId="{2F3BD88A-9166-4A26-B941-B9BAEE1A11D5}" srcOrd="1" destOrd="0" presId="urn:microsoft.com/office/officeart/2005/8/layout/hList9"/>
    <dgm:cxn modelId="{71D4EFDE-15BC-4327-9242-5F72F9DAFAD4}" type="presParOf" srcId="{2F3BD88A-9166-4A26-B941-B9BAEE1A11D5}" destId="{F660F4B9-35DB-4256-A868-A35C6DCCF6B2}" srcOrd="0" destOrd="0" presId="urn:microsoft.com/office/officeart/2005/8/layout/hList9"/>
    <dgm:cxn modelId="{9B414BA4-2018-40DF-8E7D-AD7E78EF0217}" type="presParOf" srcId="{2F3BD88A-9166-4A26-B941-B9BAEE1A11D5}" destId="{10C9E3CF-3A8F-4100-8ACD-91E2373197A2}" srcOrd="1" destOrd="0" presId="urn:microsoft.com/office/officeart/2005/8/layout/hList9"/>
    <dgm:cxn modelId="{D8406746-50BE-425E-A523-9ED524500743}" type="presParOf" srcId="{0DC7A063-583D-4B0F-88B2-BD54F95D95AF}" destId="{69136330-53DB-4978-A56B-160862279381}" srcOrd="7" destOrd="0" presId="urn:microsoft.com/office/officeart/2005/8/layout/hList9"/>
    <dgm:cxn modelId="{A91BC494-75AC-4CCA-8CC1-7E9884C2F3AD}" type="presParOf" srcId="{0DC7A063-583D-4B0F-88B2-BD54F95D95AF}" destId="{FD776C1E-557E-4553-9447-49B69EEC7907}" srcOrd="8" destOrd="0" presId="urn:microsoft.com/office/officeart/2005/8/layout/hList9"/>
    <dgm:cxn modelId="{487F9920-08DF-4AC5-BA64-D35F42602B66}" type="presParOf" srcId="{0DC7A063-583D-4B0F-88B2-BD54F95D95AF}" destId="{FC2522F1-14BB-4B37-B60E-2E8A7E8A6C30}" srcOrd="9" destOrd="0" presId="urn:microsoft.com/office/officeart/2005/8/layout/hList9"/>
    <dgm:cxn modelId="{DC194D92-7E98-42DD-A8CA-BCD1EDD2C95D}" type="presParOf" srcId="{0DC7A063-583D-4B0F-88B2-BD54F95D95AF}" destId="{2C2F6211-85A7-47FE-9239-DE94DF41A263}" srcOrd="10" destOrd="0" presId="urn:microsoft.com/office/officeart/2005/8/layout/hList9"/>
    <dgm:cxn modelId="{575F4FD6-9E0F-4F5E-88EE-9B265B6FD4F4}" type="presParOf" srcId="{0DC7A063-583D-4B0F-88B2-BD54F95D95AF}" destId="{7B0C2EAE-70CB-4160-863D-210C3C66D5FD}" srcOrd="11" destOrd="0" presId="urn:microsoft.com/office/officeart/2005/8/layout/hList9"/>
    <dgm:cxn modelId="{8AE96C49-A416-4FC7-84EE-2BDAF35C57FF}" type="presParOf" srcId="{7B0C2EAE-70CB-4160-863D-210C3C66D5FD}" destId="{5AF3752E-55A6-443C-AD35-C49DF50A4566}" srcOrd="0" destOrd="0" presId="urn:microsoft.com/office/officeart/2005/8/layout/hList9"/>
    <dgm:cxn modelId="{235B263C-399E-4245-95BD-2AA1F19D4AB4}" type="presParOf" srcId="{7B0C2EAE-70CB-4160-863D-210C3C66D5FD}" destId="{53567A66-F0E9-4EF8-ADA9-764BA36AA6A9}" srcOrd="1" destOrd="0" presId="urn:microsoft.com/office/officeart/2005/8/layout/hList9"/>
    <dgm:cxn modelId="{265DA8D6-D429-4956-8CB8-10EE7EF20F0C}" type="presParOf" srcId="{53567A66-F0E9-4EF8-ADA9-764BA36AA6A9}" destId="{AD2806AC-6A03-4F05-9F4D-F72EA0E56FBF}" srcOrd="0" destOrd="0" presId="urn:microsoft.com/office/officeart/2005/8/layout/hList9"/>
    <dgm:cxn modelId="{35A8C2CA-EB30-45FD-8152-A7470BE42B4C}" type="presParOf" srcId="{53567A66-F0E9-4EF8-ADA9-764BA36AA6A9}" destId="{F8977219-728E-448F-AE8B-46B14F4F17DE}" srcOrd="1" destOrd="0" presId="urn:microsoft.com/office/officeart/2005/8/layout/hList9"/>
    <dgm:cxn modelId="{EF3F399A-E096-436A-AD74-CF747D62B02A}" type="presParOf" srcId="{0DC7A063-583D-4B0F-88B2-BD54F95D95AF}" destId="{FBCC4E74-37C0-494F-ABC0-7D18132E1437}" srcOrd="12" destOrd="0" presId="urn:microsoft.com/office/officeart/2005/8/layout/hList9"/>
    <dgm:cxn modelId="{5EA17F20-F6C6-4B5A-AFEB-38BD8F975065}" type="presParOf" srcId="{0DC7A063-583D-4B0F-88B2-BD54F95D95AF}" destId="{89E6DA6E-7A23-44BD-8A99-378091FF741D}" srcOrd="13" destOrd="0" presId="urn:microsoft.com/office/officeart/2005/8/layout/hList9"/>
    <dgm:cxn modelId="{463280A8-1DBA-4FE7-B5B2-8151A298EB35}" type="presParOf" srcId="{0DC7A063-583D-4B0F-88B2-BD54F95D95AF}" destId="{E966790E-26B5-4EB8-981F-1094BF4B7611}" srcOrd="14" destOrd="0" presId="urn:microsoft.com/office/officeart/2005/8/layout/hList9"/>
    <dgm:cxn modelId="{A4221FEF-656B-43DD-8382-199EAB5F1E7B}" type="presParOf" srcId="{0DC7A063-583D-4B0F-88B2-BD54F95D95AF}" destId="{229B7655-E1F4-4CF5-84B8-30F0491D32B5}" srcOrd="15" destOrd="0" presId="urn:microsoft.com/office/officeart/2005/8/layout/hList9"/>
    <dgm:cxn modelId="{48FA6F14-4694-4C77-8D75-48D3A22A3540}" type="presParOf" srcId="{0DC7A063-583D-4B0F-88B2-BD54F95D95AF}" destId="{F85FFCDF-8E5F-492B-B22D-55A08EACE783}" srcOrd="16" destOrd="0" presId="urn:microsoft.com/office/officeart/2005/8/layout/hList9"/>
    <dgm:cxn modelId="{3995A447-6B53-4DFA-8494-06C3A1F8D7F7}" type="presParOf" srcId="{F85FFCDF-8E5F-492B-B22D-55A08EACE783}" destId="{600B3FB2-1315-4A84-8613-B445666BC7D2}" srcOrd="0" destOrd="0" presId="urn:microsoft.com/office/officeart/2005/8/layout/hList9"/>
    <dgm:cxn modelId="{C652D75D-BE73-43BB-9138-B232AAF272A1}" type="presParOf" srcId="{F85FFCDF-8E5F-492B-B22D-55A08EACE783}" destId="{E47C73E9-FBEE-4370-9B3F-E04EB7C4023A}" srcOrd="1" destOrd="0" presId="urn:microsoft.com/office/officeart/2005/8/layout/hList9"/>
    <dgm:cxn modelId="{5F19BD3C-10AC-4F51-A8FD-00351A52371B}" type="presParOf" srcId="{E47C73E9-FBEE-4370-9B3F-E04EB7C4023A}" destId="{402C2C77-A32C-4D99-9940-12535E1181F2}" srcOrd="0" destOrd="0" presId="urn:microsoft.com/office/officeart/2005/8/layout/hList9"/>
    <dgm:cxn modelId="{1D14EEBA-2351-4066-8BB7-C42885F1D780}" type="presParOf" srcId="{E47C73E9-FBEE-4370-9B3F-E04EB7C4023A}" destId="{5B88A17E-EFF5-4A04-9CC9-D2131DA9ECCC}" srcOrd="1" destOrd="0" presId="urn:microsoft.com/office/officeart/2005/8/layout/hList9"/>
    <dgm:cxn modelId="{ADA815FB-429E-4ABD-97FC-4AEA97B4630C}" type="presParOf" srcId="{0DC7A063-583D-4B0F-88B2-BD54F95D95AF}" destId="{9051EF7D-7D6C-4B43-A6C4-239F9933C94D}" srcOrd="17" destOrd="0" presId="urn:microsoft.com/office/officeart/2005/8/layout/hList9"/>
    <dgm:cxn modelId="{7961C21C-3FE8-4B71-95E5-AB5835F91CC1}" type="presParOf" srcId="{0DC7A063-583D-4B0F-88B2-BD54F95D95AF}" destId="{7453D9C8-CD6E-4AA4-8A19-7F6F667528F0}" srcOrd="1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8AC4B-4CEC-41E5-AE19-47A4E2720563}">
      <dsp:nvSpPr>
        <dsp:cNvPr id="0" name=""/>
        <dsp:cNvSpPr/>
      </dsp:nvSpPr>
      <dsp:spPr>
        <a:xfrm>
          <a:off x="5189" y="779111"/>
          <a:ext cx="2835837" cy="1742231"/>
        </a:xfrm>
        <a:prstGeom prst="rect">
          <a:avLst/>
        </a:prstGeom>
        <a:solidFill>
          <a:schemeClr val="bg1">
            <a:lumMod val="9500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i="0" kern="1200" dirty="0"/>
            <a:t>11M parameters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Lightweight baseline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Fast training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Resource-efficient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Minimal overfitting</a:t>
          </a:r>
          <a:endParaRPr lang="en-US" sz="1600" kern="1200" dirty="0"/>
        </a:p>
      </dsp:txBody>
      <dsp:txXfrm>
        <a:off x="458923" y="779111"/>
        <a:ext cx="2382103" cy="1742231"/>
      </dsp:txXfrm>
    </dsp:sp>
    <dsp:sp modelId="{FC7ED273-8CFD-43C2-9C05-44FADF3E0637}">
      <dsp:nvSpPr>
        <dsp:cNvPr id="0" name=""/>
        <dsp:cNvSpPr/>
      </dsp:nvSpPr>
      <dsp:spPr>
        <a:xfrm>
          <a:off x="1068542" y="205441"/>
          <a:ext cx="1173217" cy="42067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ResNet18</a:t>
          </a:r>
        </a:p>
      </dsp:txBody>
      <dsp:txXfrm>
        <a:off x="1240356" y="267047"/>
        <a:ext cx="829589" cy="297458"/>
      </dsp:txXfrm>
    </dsp:sp>
    <dsp:sp modelId="{F660F4B9-35DB-4256-A868-A35C6DCCF6B2}">
      <dsp:nvSpPr>
        <dsp:cNvPr id="0" name=""/>
        <dsp:cNvSpPr/>
      </dsp:nvSpPr>
      <dsp:spPr>
        <a:xfrm>
          <a:off x="3406480" y="744318"/>
          <a:ext cx="3085253" cy="1843834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21M parameters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Increased depth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Balanced trade-off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Better features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Moderate cost</a:t>
          </a:r>
          <a:endParaRPr lang="en-US" sz="1600" kern="1200" dirty="0"/>
        </a:p>
      </dsp:txBody>
      <dsp:txXfrm>
        <a:off x="3900121" y="744318"/>
        <a:ext cx="2591612" cy="1843834"/>
      </dsp:txXfrm>
    </dsp:sp>
    <dsp:sp modelId="{FD776C1E-557E-4553-9447-49B69EEC7907}">
      <dsp:nvSpPr>
        <dsp:cNvPr id="0" name=""/>
        <dsp:cNvSpPr/>
      </dsp:nvSpPr>
      <dsp:spPr>
        <a:xfrm>
          <a:off x="4588502" y="165391"/>
          <a:ext cx="1093866" cy="45462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ResNet34</a:t>
          </a:r>
        </a:p>
      </dsp:txBody>
      <dsp:txXfrm>
        <a:off x="4748695" y="231970"/>
        <a:ext cx="773480" cy="321470"/>
      </dsp:txXfrm>
    </dsp:sp>
    <dsp:sp modelId="{AD2806AC-6A03-4F05-9F4D-F72EA0E56FBF}">
      <dsp:nvSpPr>
        <dsp:cNvPr id="0" name=""/>
        <dsp:cNvSpPr/>
      </dsp:nvSpPr>
      <dsp:spPr>
        <a:xfrm>
          <a:off x="6869691" y="780298"/>
          <a:ext cx="2961719" cy="1855216"/>
        </a:xfrm>
        <a:prstGeom prst="rect">
          <a:avLst/>
        </a:prstGeom>
        <a:solidFill>
          <a:schemeClr val="bg1">
            <a:lumMod val="9500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25M parameters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Bottleneck blocks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Deepest model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High-level features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✓ Best for complex tasks</a:t>
          </a:r>
          <a:endParaRPr lang="en-US" sz="1600" kern="1200" dirty="0"/>
        </a:p>
      </dsp:txBody>
      <dsp:txXfrm>
        <a:off x="7343566" y="780298"/>
        <a:ext cx="2487844" cy="1855216"/>
      </dsp:txXfrm>
    </dsp:sp>
    <dsp:sp modelId="{89E6DA6E-7A23-44BD-8A99-378091FF741D}">
      <dsp:nvSpPr>
        <dsp:cNvPr id="0" name=""/>
        <dsp:cNvSpPr/>
      </dsp:nvSpPr>
      <dsp:spPr>
        <a:xfrm>
          <a:off x="7737827" y="197691"/>
          <a:ext cx="1348811" cy="4003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ResNet50</a:t>
          </a:r>
        </a:p>
      </dsp:txBody>
      <dsp:txXfrm>
        <a:off x="7935356" y="256324"/>
        <a:ext cx="953753" cy="283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8AC4B-4CEC-41E5-AE19-47A4E2720563}">
      <dsp:nvSpPr>
        <dsp:cNvPr id="0" name=""/>
        <dsp:cNvSpPr/>
      </dsp:nvSpPr>
      <dsp:spPr>
        <a:xfrm>
          <a:off x="146195" y="923791"/>
          <a:ext cx="2095374" cy="2154567"/>
        </a:xfrm>
        <a:prstGeom prst="rect">
          <a:avLst/>
        </a:prstGeom>
        <a:solidFill>
          <a:schemeClr val="bg1">
            <a:lumMod val="9500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Stochastic Gradient Descent</a:t>
          </a:r>
          <a:endParaRPr lang="en-US" sz="1600" b="0" i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Classical optimizer with momentum (0.9). Finds flatter minima → better generalization</a:t>
          </a:r>
          <a:endParaRPr lang="en-US" sz="1600" kern="1200" dirty="0"/>
        </a:p>
      </dsp:txBody>
      <dsp:txXfrm>
        <a:off x="481455" y="923791"/>
        <a:ext cx="1760114" cy="2154567"/>
      </dsp:txXfrm>
    </dsp:sp>
    <dsp:sp modelId="{FC7ED273-8CFD-43C2-9C05-44FADF3E0637}">
      <dsp:nvSpPr>
        <dsp:cNvPr id="0" name=""/>
        <dsp:cNvSpPr/>
      </dsp:nvSpPr>
      <dsp:spPr>
        <a:xfrm>
          <a:off x="750530" y="340187"/>
          <a:ext cx="878040" cy="39701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SGD</a:t>
          </a:r>
        </a:p>
      </dsp:txBody>
      <dsp:txXfrm>
        <a:off x="879116" y="398329"/>
        <a:ext cx="620868" cy="280733"/>
      </dsp:txXfrm>
    </dsp:sp>
    <dsp:sp modelId="{F660F4B9-35DB-4256-A868-A35C6DCCF6B2}">
      <dsp:nvSpPr>
        <dsp:cNvPr id="0" name=""/>
        <dsp:cNvSpPr/>
      </dsp:nvSpPr>
      <dsp:spPr>
        <a:xfrm>
          <a:off x="2455370" y="866111"/>
          <a:ext cx="2431235" cy="2209195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Adaptive Moment Estimation</a:t>
          </a:r>
          <a:endParaRPr lang="en-US" sz="1600" b="0" i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Adaptive learning rates. Fast convergence but may overfit with limited data</a:t>
          </a:r>
          <a:endParaRPr lang="en-US" sz="1600" kern="1200" dirty="0"/>
        </a:p>
      </dsp:txBody>
      <dsp:txXfrm>
        <a:off x="2844368" y="866111"/>
        <a:ext cx="2042237" cy="2209195"/>
      </dsp:txXfrm>
    </dsp:sp>
    <dsp:sp modelId="{FD776C1E-557E-4553-9447-49B69EEC7907}">
      <dsp:nvSpPr>
        <dsp:cNvPr id="0" name=""/>
        <dsp:cNvSpPr/>
      </dsp:nvSpPr>
      <dsp:spPr>
        <a:xfrm>
          <a:off x="3314741" y="276168"/>
          <a:ext cx="833474" cy="45292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ADAM</a:t>
          </a:r>
        </a:p>
      </dsp:txBody>
      <dsp:txXfrm>
        <a:off x="3436800" y="342497"/>
        <a:ext cx="589356" cy="320268"/>
      </dsp:txXfrm>
    </dsp:sp>
    <dsp:sp modelId="{AD2806AC-6A03-4F05-9F4D-F72EA0E56FBF}">
      <dsp:nvSpPr>
        <dsp:cNvPr id="0" name=""/>
        <dsp:cNvSpPr/>
      </dsp:nvSpPr>
      <dsp:spPr>
        <a:xfrm>
          <a:off x="5071366" y="864560"/>
          <a:ext cx="2363544" cy="2270336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Adam with Weight Decay</a:t>
          </a:r>
          <a:endParaRPr lang="en-US" sz="1600" b="0" i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Decouples weight decay from gradient update. Better stability &amp; generalization</a:t>
          </a:r>
          <a:endParaRPr lang="en-US" sz="1600" kern="1200" dirty="0"/>
        </a:p>
      </dsp:txBody>
      <dsp:txXfrm>
        <a:off x="5449533" y="864560"/>
        <a:ext cx="1985377" cy="2270336"/>
      </dsp:txXfrm>
    </dsp:sp>
    <dsp:sp modelId="{89E6DA6E-7A23-44BD-8A99-378091FF741D}">
      <dsp:nvSpPr>
        <dsp:cNvPr id="0" name=""/>
        <dsp:cNvSpPr/>
      </dsp:nvSpPr>
      <dsp:spPr>
        <a:xfrm>
          <a:off x="5845760" y="337204"/>
          <a:ext cx="833474" cy="42616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ADAMW</a:t>
          </a:r>
        </a:p>
      </dsp:txBody>
      <dsp:txXfrm>
        <a:off x="5967819" y="399614"/>
        <a:ext cx="589356" cy="301343"/>
      </dsp:txXfrm>
    </dsp:sp>
    <dsp:sp modelId="{402C2C77-A32C-4D99-9940-12535E1181F2}">
      <dsp:nvSpPr>
        <dsp:cNvPr id="0" name=""/>
        <dsp:cNvSpPr/>
      </dsp:nvSpPr>
      <dsp:spPr>
        <a:xfrm>
          <a:off x="7589699" y="867871"/>
          <a:ext cx="2262337" cy="2230584"/>
        </a:xfrm>
        <a:prstGeom prst="rect">
          <a:avLst/>
        </a:prstGeom>
        <a:solidFill>
          <a:schemeClr val="bg1">
            <a:lumMod val="95000"/>
          </a:schemeClr>
        </a:solidFill>
        <a:ln w="63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Root Mean Square Propagation</a:t>
          </a:r>
          <a:endParaRPr lang="en-US" sz="1600" b="0" i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Adapts learning rate per parameter. Fast convergence, robust to noise</a:t>
          </a:r>
          <a:endParaRPr lang="en-US" sz="1600" kern="1200" dirty="0"/>
        </a:p>
      </dsp:txBody>
      <dsp:txXfrm>
        <a:off x="7951673" y="867871"/>
        <a:ext cx="1900363" cy="2230584"/>
      </dsp:txXfrm>
    </dsp:sp>
    <dsp:sp modelId="{7453D9C8-CD6E-4AA4-8A19-7F6F667528F0}">
      <dsp:nvSpPr>
        <dsp:cNvPr id="0" name=""/>
        <dsp:cNvSpPr/>
      </dsp:nvSpPr>
      <dsp:spPr>
        <a:xfrm>
          <a:off x="8344651" y="380227"/>
          <a:ext cx="1007170" cy="31960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100000"/>
                <a:satMod val="137000"/>
              </a:schemeClr>
            </a:gs>
            <a:gs pos="71000">
              <a:schemeClr val="accent1">
                <a:hueOff val="0"/>
                <a:satOff val="0"/>
                <a:lumOff val="0"/>
                <a:alphaOff val="0"/>
                <a:shade val="98000"/>
                <a:satMod val="137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  <a:ln>
          <a:noFill/>
        </a:ln>
        <a:effectLst>
          <a:outerShdw blurRad="39000" dist="254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RMSProp</a:t>
          </a:r>
          <a:endParaRPr lang="en-US" sz="1300" kern="1200" dirty="0"/>
        </a:p>
      </dsp:txBody>
      <dsp:txXfrm>
        <a:off x="8492148" y="427032"/>
        <a:ext cx="712176" cy="225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07-Dec-25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07-Dec-25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86A6F354-0623-485F-9782-C8E59A2977ED}" type="datetime1">
              <a:rPr lang="en-US" smtClean="0"/>
              <a:t>07-Dec-25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6444-53FE-468B-85FB-4D8637C5CDDD}" type="datetime1">
              <a:rPr lang="en-US" smtClean="0"/>
              <a:t>07-Dec-25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3A211-5C3A-4997-AF99-809C3CDE592C}" type="datetime1">
              <a:rPr lang="en-US" smtClean="0"/>
              <a:t>07-Dec-25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75BDC-0794-4AA0-A673-547618D46F9F}" type="datetime1">
              <a:rPr lang="en-US" smtClean="0"/>
              <a:t>07-Dec-25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A9052-D8BB-4254-846C-3973A0E15DE9}" type="datetime1">
              <a:rPr lang="en-US" smtClean="0"/>
              <a:t>07-Dec-25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1F74-FDC2-417F-97EC-C7635118A5F7}" type="datetime1">
              <a:rPr lang="en-US" smtClean="0"/>
              <a:t>07-Dec-25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F571-AB9E-4030-89DE-D18EA35DFD4A}" type="datetime1">
              <a:rPr lang="en-US" smtClean="0"/>
              <a:t>07-Dec-25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CB60-B673-42F3-99E7-1677526228CB}" type="datetime1">
              <a:rPr lang="en-US" smtClean="0"/>
              <a:t>07-Dec-25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D4D8E-2E0A-4CCE-AD76-91DB5BEC5936}" type="datetime1">
              <a:rPr lang="en-US" smtClean="0"/>
              <a:t>07-Dec-25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43EA-0E97-4182-9760-40BFB6ADAA5F}" type="datetime1">
              <a:rPr lang="en-US" smtClean="0"/>
              <a:t>07-Dec-25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8FA69-EE44-46B9-806B-AAE07B692E33}" type="datetime1">
              <a:rPr lang="en-US" smtClean="0"/>
              <a:t>07-Dec-25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659AA561-DF5E-4701-A2E9-40C5E1C8688F}" type="datetime1">
              <a:rPr lang="en-US" smtClean="0"/>
              <a:t>07-Dec-25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497496" y="2357189"/>
            <a:ext cx="9197008" cy="131196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Exploring the Role of Optimizers and Architectures in Active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C15E69-802B-7660-3A40-18A8EB057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758" y="3744940"/>
            <a:ext cx="4289703" cy="19286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4D7E9C-937B-4AFC-8F21-374F73825C9C}"/>
              </a:ext>
            </a:extLst>
          </p:cNvPr>
          <p:cNvSpPr txBox="1"/>
          <p:nvPr/>
        </p:nvSpPr>
        <p:spPr>
          <a:xfrm>
            <a:off x="1974574" y="3970576"/>
            <a:ext cx="52081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Khadiza</a:t>
            </a:r>
            <a:r>
              <a:rPr lang="en-US" sz="2000" dirty="0"/>
              <a:t> Sarwar </a:t>
            </a:r>
            <a:r>
              <a:rPr lang="en-US" sz="2000" dirty="0" err="1"/>
              <a:t>Moury</a:t>
            </a:r>
            <a:r>
              <a:rPr lang="en-US" sz="2000" dirty="0"/>
              <a:t> (40343620)</a:t>
            </a:r>
          </a:p>
          <a:p>
            <a:r>
              <a:rPr lang="en-US" sz="2000" dirty="0"/>
              <a:t>Md </a:t>
            </a:r>
            <a:r>
              <a:rPr lang="en-US" sz="2000" dirty="0" err="1"/>
              <a:t>Hasibul</a:t>
            </a:r>
            <a:r>
              <a:rPr lang="en-US" sz="2000" dirty="0"/>
              <a:t> Hasan </a:t>
            </a:r>
            <a:r>
              <a:rPr lang="en-US" sz="2000" dirty="0" err="1"/>
              <a:t>Shovo</a:t>
            </a:r>
            <a:r>
              <a:rPr lang="en-US" sz="2000" dirty="0"/>
              <a:t> (40329539)</a:t>
            </a:r>
          </a:p>
          <a:p>
            <a:r>
              <a:rPr lang="en-US" sz="2000" dirty="0"/>
              <a:t>Syed Abdullah Ali (40333397)</a:t>
            </a:r>
          </a:p>
          <a:p>
            <a:r>
              <a:rPr lang="en-US" sz="2000" dirty="0"/>
              <a:t>Youssef </a:t>
            </a:r>
            <a:r>
              <a:rPr lang="en-US" sz="2000" dirty="0" err="1"/>
              <a:t>Midra</a:t>
            </a:r>
            <a:r>
              <a:rPr lang="en-US" sz="2000" dirty="0"/>
              <a:t> (40341729)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8E1C9-B017-4384-BE83-87C191A8C3C8}"/>
              </a:ext>
            </a:extLst>
          </p:cNvPr>
          <p:cNvSpPr txBox="1"/>
          <p:nvPr/>
        </p:nvSpPr>
        <p:spPr>
          <a:xfrm>
            <a:off x="3684103" y="1470992"/>
            <a:ext cx="6771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 6321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71C1-BE61-4D9F-8002-5C81EF56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The Challenge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5DACE6-A2E1-4F6B-B795-9EC66AED839F}"/>
              </a:ext>
            </a:extLst>
          </p:cNvPr>
          <p:cNvSpPr/>
          <p:nvPr/>
        </p:nvSpPr>
        <p:spPr>
          <a:xfrm>
            <a:off x="1104899" y="4241599"/>
            <a:ext cx="9788386" cy="1616765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0800000" scaled="1"/>
            <a:tileRect/>
          </a:gra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The Solution</a:t>
            </a:r>
          </a:p>
          <a:p>
            <a:r>
              <a:rPr lang="en-US" b="1" dirty="0">
                <a:solidFill>
                  <a:schemeClr val="tx1"/>
                </a:solidFill>
              </a:rPr>
              <a:t>Active Learning:</a:t>
            </a:r>
            <a:r>
              <a:rPr lang="en-US" dirty="0">
                <a:solidFill>
                  <a:schemeClr val="tx1"/>
                </a:solidFill>
              </a:rPr>
              <a:t> Intelligently select the most informative samples for labeling</a:t>
            </a:r>
          </a:p>
          <a:p>
            <a:r>
              <a:rPr lang="en-US" dirty="0">
                <a:solidFill>
                  <a:schemeClr val="tx1"/>
                </a:solidFill>
              </a:rPr>
              <a:t>→ Achieve high accuracy with fewer labeled samples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658D9D-0AE5-43FF-A095-2D4D9C45E03D}"/>
              </a:ext>
            </a:extLst>
          </p:cNvPr>
          <p:cNvSpPr/>
          <p:nvPr/>
        </p:nvSpPr>
        <p:spPr>
          <a:xfrm>
            <a:off x="1104898" y="1496464"/>
            <a:ext cx="9788387" cy="2421833"/>
          </a:xfrm>
          <a:prstGeom prst="roundRect">
            <a:avLst/>
          </a:prstGeom>
          <a:gradFill flip="none" rotWithShape="1">
            <a:gsLst>
              <a:gs pos="0">
                <a:srgbClr val="FF9933">
                  <a:tint val="66000"/>
                  <a:satMod val="160000"/>
                </a:srgbClr>
              </a:gs>
              <a:gs pos="50000">
                <a:srgbClr val="FF9933">
                  <a:tint val="44500"/>
                  <a:satMod val="160000"/>
                </a:srgbClr>
              </a:gs>
              <a:gs pos="100000">
                <a:srgbClr val="FF9933">
                  <a:tint val="23500"/>
                  <a:satMod val="160000"/>
                </a:srgbClr>
              </a:gs>
            </a:gsLst>
            <a:lin ang="10800000" scaled="1"/>
            <a:tileRect/>
          </a:gra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The Problem</a:t>
            </a:r>
          </a:p>
          <a:p>
            <a:r>
              <a:rPr lang="en-US" dirty="0">
                <a:solidFill>
                  <a:schemeClr val="tx1"/>
                </a:solidFill>
              </a:rPr>
              <a:t>Deep learning models require massive amounts of labeled data, but labeling is: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Expensive - </a:t>
            </a:r>
            <a:r>
              <a:rPr lang="en-US" dirty="0">
                <a:solidFill>
                  <a:schemeClr val="tx1"/>
                </a:solidFill>
              </a:rPr>
              <a:t>costly to obtain</a:t>
            </a:r>
          </a:p>
          <a:p>
            <a:r>
              <a:rPr lang="en-US" b="1" dirty="0">
                <a:solidFill>
                  <a:schemeClr val="tx1"/>
                </a:solidFill>
              </a:rPr>
              <a:t>Time-consuming - </a:t>
            </a:r>
            <a:r>
              <a:rPr lang="en-US" dirty="0">
                <a:solidFill>
                  <a:schemeClr val="tx1"/>
                </a:solidFill>
              </a:rPr>
              <a:t>requires significant effort</a:t>
            </a:r>
          </a:p>
          <a:p>
            <a:r>
              <a:rPr lang="en-US" b="1" dirty="0">
                <a:solidFill>
                  <a:schemeClr val="tx1"/>
                </a:solidFill>
              </a:rPr>
              <a:t>Expert-dependent - </a:t>
            </a:r>
            <a:r>
              <a:rPr lang="en-US" dirty="0">
                <a:solidFill>
                  <a:schemeClr val="tx1"/>
                </a:solidFill>
              </a:rPr>
              <a:t>needs domain specialists (medical, satellite imagery)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AB2394-733B-4DF7-98B8-2B86A31E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5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Objectives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7077F3-718E-431D-ADCD-9D09F82F0DD0}"/>
              </a:ext>
            </a:extLst>
          </p:cNvPr>
          <p:cNvSpPr/>
          <p:nvPr/>
        </p:nvSpPr>
        <p:spPr>
          <a:xfrm>
            <a:off x="1201807" y="1527310"/>
            <a:ext cx="9788386" cy="1255647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3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3">
                  <a:lumMod val="40000"/>
                  <a:lumOff val="6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1. Optimizer Impact</a:t>
            </a:r>
          </a:p>
          <a:p>
            <a:r>
              <a:rPr lang="en-US" dirty="0">
                <a:solidFill>
                  <a:schemeClr val="tx1"/>
                </a:solidFill>
              </a:rPr>
              <a:t>How do different optimizers (SGD, Adam, </a:t>
            </a:r>
            <a:r>
              <a:rPr lang="en-US" dirty="0" err="1">
                <a:solidFill>
                  <a:schemeClr val="tx1"/>
                </a:solidFill>
              </a:rPr>
              <a:t>AdamW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RMSProp</a:t>
            </a:r>
            <a:r>
              <a:rPr lang="en-US" dirty="0">
                <a:solidFill>
                  <a:schemeClr val="tx1"/>
                </a:solidFill>
              </a:rPr>
              <a:t>) perform in active learning?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C8BB55-ABDB-4C2E-A816-F21EF715B09E}"/>
              </a:ext>
            </a:extLst>
          </p:cNvPr>
          <p:cNvSpPr/>
          <p:nvPr/>
        </p:nvSpPr>
        <p:spPr>
          <a:xfrm>
            <a:off x="1201807" y="2972145"/>
            <a:ext cx="9788386" cy="1391477"/>
          </a:xfrm>
          <a:prstGeom prst="roundRect">
            <a:avLst/>
          </a:prstGeom>
          <a:gradFill flip="none" rotWithShape="1">
            <a:gsLst>
              <a:gs pos="0">
                <a:srgbClr val="99FF66">
                  <a:tint val="66000"/>
                  <a:satMod val="160000"/>
                </a:srgbClr>
              </a:gs>
              <a:gs pos="50000">
                <a:srgbClr val="99FF66">
                  <a:tint val="44500"/>
                  <a:satMod val="160000"/>
                </a:srgbClr>
              </a:gs>
              <a:gs pos="100000">
                <a:srgbClr val="99FF66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2. Architecture Effects</a:t>
            </a:r>
          </a:p>
          <a:p>
            <a:r>
              <a:rPr lang="en-US" dirty="0">
                <a:solidFill>
                  <a:schemeClr val="tx1"/>
                </a:solidFill>
              </a:rPr>
              <a:t>How do </a:t>
            </a:r>
            <a:r>
              <a:rPr lang="en-US" dirty="0" err="1">
                <a:solidFill>
                  <a:schemeClr val="tx1"/>
                </a:solidFill>
              </a:rPr>
              <a:t>ResNet</a:t>
            </a:r>
            <a:r>
              <a:rPr lang="en-US" dirty="0">
                <a:solidFill>
                  <a:schemeClr val="tx1"/>
                </a:solidFill>
              </a:rPr>
              <a:t> variants (ResNet18, ResNet34, ResNet50) impact learning efficiency?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E24175-3909-4541-80DC-FF79BAB99F85}"/>
              </a:ext>
            </a:extLst>
          </p:cNvPr>
          <p:cNvSpPr/>
          <p:nvPr/>
        </p:nvSpPr>
        <p:spPr>
          <a:xfrm>
            <a:off x="1201807" y="4581940"/>
            <a:ext cx="9788386" cy="1391477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3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3">
                  <a:lumMod val="40000"/>
                  <a:lumOff val="6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3. Sample Efficiency</a:t>
            </a:r>
          </a:p>
          <a:p>
            <a:r>
              <a:rPr lang="en-US" dirty="0">
                <a:solidFill>
                  <a:schemeClr val="tx1"/>
                </a:solidFill>
              </a:rPr>
              <a:t>Which combinations achieve highest accuracy under fixed labeling budget?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4D0B6-7885-4328-BCA2-7C8BFB60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A875-F951-4A9E-AD1F-64B54DD2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Active Learning Framework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98413A-5B66-4A0E-9A74-53F7DF52C750}"/>
              </a:ext>
            </a:extLst>
          </p:cNvPr>
          <p:cNvSpPr/>
          <p:nvPr/>
        </p:nvSpPr>
        <p:spPr>
          <a:xfrm>
            <a:off x="1105659" y="1510748"/>
            <a:ext cx="9980682" cy="300824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Iterative Learning Process</a:t>
            </a:r>
          </a:p>
          <a:p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1. Cold Start: 1,000 random samples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Initialize with random selection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2. Active Cycles: 9 iterations × 1,000 samples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Query most informative samples using Loss Prediction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3. Total Budget: 10,000 labeled samples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Retrain from scratch after each cycle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39A6E2-7458-4FCD-9FEB-A608EC83919F}"/>
              </a:ext>
            </a:extLst>
          </p:cNvPr>
          <p:cNvSpPr/>
          <p:nvPr/>
        </p:nvSpPr>
        <p:spPr>
          <a:xfrm>
            <a:off x="1104900" y="4671393"/>
            <a:ext cx="9980682" cy="129208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5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5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Dataset: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CIFAR-10 (60,000 images, 10 classes)</a:t>
            </a:r>
          </a:p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Strategy: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Loss Prediction Module for uncertainty sampling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E3AD3-A966-4BB0-94D5-735C727F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5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A4443-3F7F-43CD-BBAF-FAF39615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Active Learning Framework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478389-6C83-4500-8B9D-19BD484C3A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790" y="1308651"/>
            <a:ext cx="8073576" cy="55493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7D5EDB-43DF-4861-85CA-6E166E916F8B}"/>
              </a:ext>
            </a:extLst>
          </p:cNvPr>
          <p:cNvSpPr txBox="1"/>
          <p:nvPr/>
        </p:nvSpPr>
        <p:spPr>
          <a:xfrm>
            <a:off x="9382366" y="5820242"/>
            <a:ext cx="2080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1: Active Learning diagram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A2FFB-ED7A-4D56-AB9F-41CBA328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6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</a:t>
            </a:r>
            <a:r>
              <a:rPr lang="en-US" dirty="0" err="1"/>
              <a:t>ResNet</a:t>
            </a:r>
            <a:r>
              <a:rPr lang="en-US" dirty="0"/>
              <a:t> Architectures</a:t>
            </a:r>
          </a:p>
        </p:txBody>
      </p:sp>
      <p:graphicFrame>
        <p:nvGraphicFramePr>
          <p:cNvPr id="4" name="Content Placeholder 3" descr="Stacked List showing 4 groups arranged from left to right with task descriptions unde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8203894"/>
              </p:ext>
            </p:extLst>
          </p:nvPr>
        </p:nvGraphicFramePr>
        <p:xfrm>
          <a:off x="998883" y="1613453"/>
          <a:ext cx="9982200" cy="3925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20EE86-2E91-4541-B3D0-6AA321081920}"/>
              </a:ext>
            </a:extLst>
          </p:cNvPr>
          <p:cNvSpPr/>
          <p:nvPr/>
        </p:nvSpPr>
        <p:spPr>
          <a:xfrm>
            <a:off x="1104900" y="4648544"/>
            <a:ext cx="9980682" cy="1338469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2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Key Feature: Residual Connections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Skip connections mitigate vanishing gradients, enabling stable training of deep networks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6F1F90-4E01-4DA3-A63F-0D2AC7E6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9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3C31-A90C-4D8B-9DC9-2C4D35F6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</a:t>
            </a:r>
            <a:r>
              <a:rPr lang="en-US" dirty="0" err="1"/>
              <a:t>ResNet</a:t>
            </a:r>
            <a:r>
              <a:rPr lang="en-US" dirty="0"/>
              <a:t> Architectures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78E088-B1A6-4CA0-91A9-20EC22857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085" y="1322939"/>
            <a:ext cx="6183211" cy="563650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90778-4922-4A02-B731-B489622E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5F090-FB1F-4FF1-8A9D-E22FBB766C41}"/>
              </a:ext>
            </a:extLst>
          </p:cNvPr>
          <p:cNvSpPr txBox="1"/>
          <p:nvPr/>
        </p:nvSpPr>
        <p:spPr>
          <a:xfrm>
            <a:off x="8103843" y="5552661"/>
            <a:ext cx="2981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2: ResNet-18/34/50 architectures</a:t>
            </a:r>
          </a:p>
        </p:txBody>
      </p:sp>
    </p:spTree>
    <p:extLst>
      <p:ext uri="{BB962C8B-B14F-4D97-AF65-F5344CB8AC3E}">
        <p14:creationId xmlns:p14="http://schemas.microsoft.com/office/powerpoint/2010/main" val="401153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Optimizers</a:t>
            </a:r>
          </a:p>
        </p:txBody>
      </p:sp>
      <p:graphicFrame>
        <p:nvGraphicFramePr>
          <p:cNvPr id="4" name="Content Placeholder 3" descr="Stacked List showing 4 groups arranged from left to right with task descriptions unde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0083336"/>
              </p:ext>
            </p:extLst>
          </p:nvPr>
        </p:nvGraphicFramePr>
        <p:xfrm>
          <a:off x="1104900" y="1971262"/>
          <a:ext cx="9982200" cy="3197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3DC950-4183-43E1-A590-10775225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5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8F83-A212-4F36-A1AF-5BD0687F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56667-437C-4139-85C7-063B80CF5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300"/>
            <a:ext cx="4147035" cy="3558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0F72B7-4649-4F51-9BAD-96FD09B30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907" y="1694743"/>
            <a:ext cx="4042186" cy="3468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C012A3-B9BE-41B8-B65E-91278CA13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517" y="1694743"/>
            <a:ext cx="4042186" cy="34685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71BF27-27B1-438C-9A3D-90ED281DC57D}"/>
              </a:ext>
            </a:extLst>
          </p:cNvPr>
          <p:cNvSpPr txBox="1"/>
          <p:nvPr/>
        </p:nvSpPr>
        <p:spPr>
          <a:xfrm>
            <a:off x="1477756" y="5684837"/>
            <a:ext cx="9607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3: Average accuracy vs labeled data for different models and optimizers for 5 trials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447E74-E723-44B2-BE3C-AEE889ED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8F83-A212-4F36-A1AF-5BD0687F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Analysis: Key 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FA0E4D-42C9-4A9A-9125-4874B127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F108C7-B2AE-497F-85B8-C31EFE7F9845}"/>
              </a:ext>
            </a:extLst>
          </p:cNvPr>
          <p:cNvSpPr/>
          <p:nvPr/>
        </p:nvSpPr>
        <p:spPr>
          <a:xfrm>
            <a:off x="1861927" y="2246073"/>
            <a:ext cx="3856385" cy="25046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Early Phase (≤4,000 samples)</a:t>
            </a:r>
          </a:p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Winner: Adaptive Optimizers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 Adam,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AdamW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excel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 Faster convergence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 Better sample efficiency</a:t>
            </a:r>
          </a:p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ResNet-18 + Adam: ~77%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0DCAE5-9671-4A13-B7CF-4070554C86C0}"/>
              </a:ext>
            </a:extLst>
          </p:cNvPr>
          <p:cNvSpPr/>
          <p:nvPr/>
        </p:nvSpPr>
        <p:spPr>
          <a:xfrm>
            <a:off x="6095241" y="2246073"/>
            <a:ext cx="3856385" cy="25046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Late Phase (10,000 samples)</a:t>
            </a:r>
          </a:p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Winner: SGD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 Steeper learning curve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 Superior generalization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 Highest final accuracy</a:t>
            </a:r>
          </a:p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ResNet-50 + SGD: ~90%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4BCBB9-875F-494A-9D35-48911A8EF378}"/>
              </a:ext>
            </a:extLst>
          </p:cNvPr>
          <p:cNvSpPr/>
          <p:nvPr/>
        </p:nvSpPr>
        <p:spPr>
          <a:xfrm>
            <a:off x="1895061" y="5022230"/>
            <a:ext cx="8056565" cy="516835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Critical Insight: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No single "best" optimizer for all stages!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8A014-7CAF-45A6-926B-E74795EC288C}"/>
              </a:ext>
            </a:extLst>
          </p:cNvPr>
          <p:cNvSpPr txBox="1"/>
          <p:nvPr/>
        </p:nvSpPr>
        <p:spPr>
          <a:xfrm>
            <a:off x="3252650" y="1689824"/>
            <a:ext cx="4770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The Trade-off Discovery</a:t>
            </a:r>
          </a:p>
        </p:txBody>
      </p:sp>
    </p:spTree>
    <p:extLst>
      <p:ext uri="{BB962C8B-B14F-4D97-AF65-F5344CB8AC3E}">
        <p14:creationId xmlns:p14="http://schemas.microsoft.com/office/powerpoint/2010/main" val="3735101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3BE94-F319-4476-8B11-3222EC09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Analysis: Performance Across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40A50-84F1-4B5F-913F-A30B0C56E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BBA0F3-18AE-427D-A7A2-A0A7B0751908}"/>
              </a:ext>
            </a:extLst>
          </p:cNvPr>
          <p:cNvSpPr/>
          <p:nvPr/>
        </p:nvSpPr>
        <p:spPr>
          <a:xfrm>
            <a:off x="1201807" y="1527310"/>
            <a:ext cx="9788386" cy="1255647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3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3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ResNet-18 &amp; ResNet-34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optimizers converged to similar range: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86-89.5% accuracy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Relatively shallow models show less optimizer sensitivity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6C0C03-2AEE-41BB-A23A-F1281FC3B0FA}"/>
              </a:ext>
            </a:extLst>
          </p:cNvPr>
          <p:cNvSpPr/>
          <p:nvPr/>
        </p:nvSpPr>
        <p:spPr>
          <a:xfrm>
            <a:off x="1201807" y="2972146"/>
            <a:ext cx="9788386" cy="1627604"/>
          </a:xfrm>
          <a:prstGeom prst="roundRect">
            <a:avLst/>
          </a:prstGeom>
          <a:gradFill flip="none" rotWithShape="1">
            <a:gsLst>
              <a:gs pos="0">
                <a:srgbClr val="99FF66">
                  <a:tint val="66000"/>
                  <a:satMod val="160000"/>
                </a:srgbClr>
              </a:gs>
              <a:gs pos="50000">
                <a:srgbClr val="99FF66">
                  <a:tint val="44500"/>
                  <a:satMod val="160000"/>
                </a:srgbClr>
              </a:gs>
              <a:gs pos="100000">
                <a:srgbClr val="99FF66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ResNet-50: The Star Performer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•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Cold Start: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SGD lagged significantly (&lt;70% at 1,000 samples)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•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Mid-Stage: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Steepest improvement curve observed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•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Final Result: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Overtook all adaptive optimizers →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~90% accuracy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E838F4-C57D-4297-B701-423B2EEB214B}"/>
              </a:ext>
            </a:extLst>
          </p:cNvPr>
          <p:cNvSpPr/>
          <p:nvPr/>
        </p:nvSpPr>
        <p:spPr>
          <a:xfrm>
            <a:off x="1201807" y="4788939"/>
            <a:ext cx="9788386" cy="1391477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Key Observation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Deeper architectures require longer "warm-up" but deliver highest performance with SGD when sufficient data is available</a:t>
            </a:r>
          </a:p>
        </p:txBody>
      </p:sp>
    </p:spTree>
    <p:extLst>
      <p:ext uri="{BB962C8B-B14F-4D97-AF65-F5344CB8AC3E}">
        <p14:creationId xmlns:p14="http://schemas.microsoft.com/office/powerpoint/2010/main" val="358094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5B1A-F170-4CD6-B8A3-C7B2F1BE8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A242E-17CC-4778-98D3-F52B987A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9CFB16-E2ED-4718-A739-88ACCC8DAB28}"/>
              </a:ext>
            </a:extLst>
          </p:cNvPr>
          <p:cNvSpPr/>
          <p:nvPr/>
        </p:nvSpPr>
        <p:spPr>
          <a:xfrm>
            <a:off x="1104901" y="1537252"/>
            <a:ext cx="4991100" cy="2438400"/>
          </a:xfrm>
          <a:prstGeom prst="roundRect">
            <a:avLst/>
          </a:prstGeom>
          <a:gradFill flip="none" rotWithShape="1">
            <a:gsLst>
              <a:gs pos="0">
                <a:srgbClr val="99FF66">
                  <a:tint val="66000"/>
                  <a:satMod val="160000"/>
                </a:srgbClr>
              </a:gs>
              <a:gs pos="50000">
                <a:srgbClr val="99FF66">
                  <a:tint val="44500"/>
                  <a:satMod val="160000"/>
                </a:srgbClr>
              </a:gs>
              <a:gs pos="100000">
                <a:srgbClr val="99FF66">
                  <a:tint val="23500"/>
                  <a:satMod val="160000"/>
                </a:srgbClr>
              </a:gs>
            </a:gsLst>
            <a:lin ang="10800000" scaled="1"/>
            <a:tileRect/>
          </a:gra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Recommended Strategy</a:t>
            </a:r>
          </a:p>
          <a:p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Hybrid Optimization Approach: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1. Start with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Adam/</a:t>
            </a:r>
            <a:r>
              <a:rPr lang="en-US" b="1" dirty="0" err="1">
                <a:solidFill>
                  <a:schemeClr val="tx1">
                    <a:lumMod val="50000"/>
                  </a:schemeClr>
                </a:solidFill>
              </a:rPr>
              <a:t>AdamW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for initial cycles (rapid acquisition)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2. Switch to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SGD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in later cycles (maximize final accuracy)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CEEEE0-BC49-44D2-987A-A3B283BA9B6F}"/>
              </a:ext>
            </a:extLst>
          </p:cNvPr>
          <p:cNvSpPr/>
          <p:nvPr/>
        </p:nvSpPr>
        <p:spPr>
          <a:xfrm>
            <a:off x="6374295" y="1596887"/>
            <a:ext cx="4837043" cy="231913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Future Work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• Test on complex datasets (ImageNet, medical imaging)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• Implement fine-tuning to reduce computational cost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• Explore semi-supervised learning integration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3EC56A-A009-4DC1-B254-0E85CC064CB9}"/>
              </a:ext>
            </a:extLst>
          </p:cNvPr>
          <p:cNvSpPr/>
          <p:nvPr/>
        </p:nvSpPr>
        <p:spPr>
          <a:xfrm>
            <a:off x="1104900" y="4182027"/>
            <a:ext cx="7191720" cy="19083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Key Takeaways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Optimizer choice matters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throughout active learning lifecycle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Adaptive optimizers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excel in low-data regimes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SGD provides superior generalization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with sufficient data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Deeper models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(ResNet-50) benefit most from SGD at scale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✓ 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Hybrid strategies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could optimize both phases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D5B367-3D31-4554-A861-2864D4B6B228}"/>
              </a:ext>
            </a:extLst>
          </p:cNvPr>
          <p:cNvSpPr/>
          <p:nvPr/>
        </p:nvSpPr>
        <p:spPr>
          <a:xfrm>
            <a:off x="8534399" y="4163115"/>
            <a:ext cx="2676939" cy="1908313"/>
          </a:xfrm>
          <a:prstGeom prst="roundRect">
            <a:avLst/>
          </a:prstGeom>
          <a:gradFill flip="none" rotWithShape="1">
            <a:gsLst>
              <a:gs pos="0">
                <a:srgbClr val="6FEFFD">
                  <a:tint val="66000"/>
                  <a:satMod val="160000"/>
                </a:srgbClr>
              </a:gs>
              <a:gs pos="50000">
                <a:srgbClr val="6FEFFD">
                  <a:tint val="44500"/>
                  <a:satMod val="160000"/>
                </a:srgbClr>
              </a:gs>
              <a:gs pos="100000">
                <a:srgbClr val="6FEFFD">
                  <a:tint val="23500"/>
                  <a:satMod val="160000"/>
                </a:srgbClr>
              </a:gs>
            </a:gsLst>
            <a:lin ang="10800000" scaled="1"/>
            <a:tileRect/>
          </a:gra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Applications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Medical imaging, satellite imagery, industrial quality control—anywhere labeling is expensive</a:t>
            </a:r>
          </a:p>
        </p:txBody>
      </p:sp>
    </p:spTree>
    <p:extLst>
      <p:ext uri="{BB962C8B-B14F-4D97-AF65-F5344CB8AC3E}">
        <p14:creationId xmlns:p14="http://schemas.microsoft.com/office/powerpoint/2010/main" val="404190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85D51-9EE9-4FC7-87FC-AF7EEF97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59ED8-DA0F-4409-9AB2-BBADB1F5FED0}"/>
              </a:ext>
            </a:extLst>
          </p:cNvPr>
          <p:cNvSpPr txBox="1"/>
          <p:nvPr/>
        </p:nvSpPr>
        <p:spPr>
          <a:xfrm>
            <a:off x="4145445" y="4833107"/>
            <a:ext cx="401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Code available on </a:t>
            </a:r>
            <a:r>
              <a:rPr lang="en-US" dirty="0" err="1"/>
              <a:t>Github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4873beb7-5857-4685-be1f-d57550cc96c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298</TotalTime>
  <Words>583</Words>
  <Application>Microsoft Office PowerPoint</Application>
  <PresentationFormat>Widescreen</PresentationFormat>
  <Paragraphs>136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Euphemia</vt:lpstr>
      <vt:lpstr>Plantagenet Cherokee</vt:lpstr>
      <vt:lpstr>Wingdings</vt:lpstr>
      <vt:lpstr>Academic Literature 16x9</vt:lpstr>
      <vt:lpstr>PowerPoint Presentation</vt:lpstr>
      <vt:lpstr>Introduction: The Challenge</vt:lpstr>
      <vt:lpstr>Research Objectives</vt:lpstr>
      <vt:lpstr>Methodology: Active Learning Framework</vt:lpstr>
      <vt:lpstr>Methodology: Active Learning Framework</vt:lpstr>
      <vt:lpstr>Methodology: ResNet Architectures</vt:lpstr>
      <vt:lpstr>Methodology: ResNet Architectures</vt:lpstr>
      <vt:lpstr>Methodology: Optimizers</vt:lpstr>
      <vt:lpstr>Results Analysis</vt:lpstr>
      <vt:lpstr>Results Analysis: Key Findings</vt:lpstr>
      <vt:lpstr>Results Analysis: Performance Across Architectures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17</cp:revision>
  <dcterms:created xsi:type="dcterms:W3CDTF">2025-12-07T19:36:32Z</dcterms:created>
  <dcterms:modified xsi:type="dcterms:W3CDTF">2025-12-08T00:34:45Z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